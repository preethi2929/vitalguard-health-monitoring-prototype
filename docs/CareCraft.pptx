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3" roundtripDataSignature="AMtx7mjGrdaIg7ExtYhvXxiyuT7gSo2l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44D6B0-7A6F-46E4-8F7F-A3BB49038FBB}">
  <a:tblStyle styleId="{1A44D6B0-7A6F-46E4-8F7F-A3BB49038FB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ca3a2cdde_0_3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dca3a2cdde_0_3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ca3a2cdde_0_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dca3a2cdde_0_13: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ca3a2cdde_0_7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ca3a2cdde_0_7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ca3a2cdde_0_8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ca3a2cdde_0_8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ca3a2cdde_0_4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dca3a2cdde_0_4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9"/>
          <p:cNvSpPr txBox="1"/>
          <p:nvPr>
            <p:ph type="title"/>
          </p:nvPr>
        </p:nvSpPr>
        <p:spPr>
          <a:xfrm>
            <a:off x="917575" y="198056"/>
            <a:ext cx="10356850" cy="11122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9"/>
          <p:cNvSpPr txBox="1"/>
          <p:nvPr>
            <p:ph idx="1" type="body"/>
          </p:nvPr>
        </p:nvSpPr>
        <p:spPr>
          <a:xfrm>
            <a:off x="917575" y="1798383"/>
            <a:ext cx="10368915" cy="368807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 name="Google Shape;14;p19"/>
          <p:cNvSpPr txBox="1"/>
          <p:nvPr>
            <p:ph idx="11" type="ftr"/>
          </p:nvPr>
        </p:nvSpPr>
        <p:spPr>
          <a:xfrm>
            <a:off x="8759834" y="6472554"/>
            <a:ext cx="405765"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200">
                <a:solidFill>
                  <a:srgbClr val="44536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9"/>
          <p:cNvSpPr txBox="1"/>
          <p:nvPr>
            <p:ph idx="10" type="dt"/>
          </p:nvPr>
        </p:nvSpPr>
        <p:spPr>
          <a:xfrm>
            <a:off x="917575" y="6472554"/>
            <a:ext cx="74421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9"/>
          <p:cNvSpPr txBox="1"/>
          <p:nvPr>
            <p:ph idx="12" type="sldNum"/>
          </p:nvPr>
        </p:nvSpPr>
        <p:spPr>
          <a:xfrm>
            <a:off x="11101451" y="6472554"/>
            <a:ext cx="215900" cy="177800"/>
          </a:xfrm>
          <a:prstGeom prst="rect">
            <a:avLst/>
          </a:prstGeom>
          <a:noFill/>
          <a:ln>
            <a:noFill/>
          </a:ln>
        </p:spPr>
        <p:txBody>
          <a:bodyPr anchorCtr="0" anchor="t" bIns="0" lIns="0" spcFirstLastPara="1" rIns="0" wrap="square" tIns="0">
            <a:spAutoFit/>
          </a:bodyPr>
          <a:lstStyle>
            <a:lvl1pPr indent="0" lvl="0" marL="12700">
              <a:lnSpc>
                <a:spcPct val="103333"/>
              </a:lnSpc>
              <a:spcBef>
                <a:spcPts val="0"/>
              </a:spcBef>
              <a:buNone/>
              <a:defRPr b="0" i="0" sz="1200">
                <a:solidFill>
                  <a:srgbClr val="888888"/>
                </a:solidFill>
                <a:latin typeface="Calibri"/>
                <a:ea typeface="Calibri"/>
                <a:cs typeface="Calibri"/>
                <a:sym typeface="Calibri"/>
              </a:defRPr>
            </a:lvl1pPr>
            <a:lvl2pPr indent="0" lvl="1" marL="12700">
              <a:lnSpc>
                <a:spcPct val="103333"/>
              </a:lnSpc>
              <a:spcBef>
                <a:spcPts val="0"/>
              </a:spcBef>
              <a:buNone/>
              <a:defRPr b="0" i="0" sz="1200">
                <a:solidFill>
                  <a:srgbClr val="888888"/>
                </a:solidFill>
                <a:latin typeface="Calibri"/>
                <a:ea typeface="Calibri"/>
                <a:cs typeface="Calibri"/>
                <a:sym typeface="Calibri"/>
              </a:defRPr>
            </a:lvl2pPr>
            <a:lvl3pPr indent="0" lvl="2" marL="12700">
              <a:lnSpc>
                <a:spcPct val="103333"/>
              </a:lnSpc>
              <a:spcBef>
                <a:spcPts val="0"/>
              </a:spcBef>
              <a:buNone/>
              <a:defRPr b="0" i="0" sz="1200">
                <a:solidFill>
                  <a:srgbClr val="888888"/>
                </a:solidFill>
                <a:latin typeface="Calibri"/>
                <a:ea typeface="Calibri"/>
                <a:cs typeface="Calibri"/>
                <a:sym typeface="Calibri"/>
              </a:defRPr>
            </a:lvl3pPr>
            <a:lvl4pPr indent="0" lvl="3" marL="12700">
              <a:lnSpc>
                <a:spcPct val="103333"/>
              </a:lnSpc>
              <a:spcBef>
                <a:spcPts val="0"/>
              </a:spcBef>
              <a:buNone/>
              <a:defRPr b="0" i="0" sz="1200">
                <a:solidFill>
                  <a:srgbClr val="888888"/>
                </a:solidFill>
                <a:latin typeface="Calibri"/>
                <a:ea typeface="Calibri"/>
                <a:cs typeface="Calibri"/>
                <a:sym typeface="Calibri"/>
              </a:defRPr>
            </a:lvl4pPr>
            <a:lvl5pPr indent="0" lvl="4" marL="12700">
              <a:lnSpc>
                <a:spcPct val="103333"/>
              </a:lnSpc>
              <a:spcBef>
                <a:spcPts val="0"/>
              </a:spcBef>
              <a:buNone/>
              <a:defRPr b="0" i="0" sz="1200">
                <a:solidFill>
                  <a:srgbClr val="888888"/>
                </a:solidFill>
                <a:latin typeface="Calibri"/>
                <a:ea typeface="Calibri"/>
                <a:cs typeface="Calibri"/>
                <a:sym typeface="Calibri"/>
              </a:defRPr>
            </a:lvl5pPr>
            <a:lvl6pPr indent="0" lvl="5" marL="12700">
              <a:lnSpc>
                <a:spcPct val="103333"/>
              </a:lnSpc>
              <a:spcBef>
                <a:spcPts val="0"/>
              </a:spcBef>
              <a:buNone/>
              <a:defRPr b="0" i="0" sz="1200">
                <a:solidFill>
                  <a:srgbClr val="888888"/>
                </a:solidFill>
                <a:latin typeface="Calibri"/>
                <a:ea typeface="Calibri"/>
                <a:cs typeface="Calibri"/>
                <a:sym typeface="Calibri"/>
              </a:defRPr>
            </a:lvl6pPr>
            <a:lvl7pPr indent="0" lvl="6" marL="12700">
              <a:lnSpc>
                <a:spcPct val="103333"/>
              </a:lnSpc>
              <a:spcBef>
                <a:spcPts val="0"/>
              </a:spcBef>
              <a:buNone/>
              <a:defRPr b="0" i="0" sz="1200">
                <a:solidFill>
                  <a:srgbClr val="888888"/>
                </a:solidFill>
                <a:latin typeface="Calibri"/>
                <a:ea typeface="Calibri"/>
                <a:cs typeface="Calibri"/>
                <a:sym typeface="Calibri"/>
              </a:defRPr>
            </a:lvl7pPr>
            <a:lvl8pPr indent="0" lvl="7" marL="12700">
              <a:lnSpc>
                <a:spcPct val="103333"/>
              </a:lnSpc>
              <a:spcBef>
                <a:spcPts val="0"/>
              </a:spcBef>
              <a:buNone/>
              <a:defRPr b="0" i="0" sz="1200">
                <a:solidFill>
                  <a:srgbClr val="888888"/>
                </a:solidFill>
                <a:latin typeface="Calibri"/>
                <a:ea typeface="Calibri"/>
                <a:cs typeface="Calibri"/>
                <a:sym typeface="Calibri"/>
              </a:defRPr>
            </a:lvl8pPr>
            <a:lvl9pPr indent="0" lvl="8" marL="12700">
              <a:lnSpc>
                <a:spcPct val="103333"/>
              </a:lnSpc>
              <a:spcBef>
                <a:spcPts val="0"/>
              </a:spcBef>
              <a:buNone/>
              <a:defRPr b="0" i="0" sz="1200">
                <a:solidFill>
                  <a:srgbClr val="888888"/>
                </a:solidFill>
                <a:latin typeface="Calibri"/>
                <a:ea typeface="Calibri"/>
                <a:cs typeface="Calibri"/>
                <a:sym typeface="Calibri"/>
              </a:defRPr>
            </a:lvl9pPr>
          </a:lstStyle>
          <a:p>
            <a:pPr indent="0" lvl="0" marL="1270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 name="Shape 17"/>
        <p:cNvGrpSpPr/>
        <p:nvPr/>
      </p:nvGrpSpPr>
      <p:grpSpPr>
        <a:xfrm>
          <a:off x="0" y="0"/>
          <a:ext cx="0" cy="0"/>
          <a:chOff x="0" y="0"/>
          <a:chExt cx="0" cy="0"/>
        </a:xfrm>
      </p:grpSpPr>
      <p:sp>
        <p:nvSpPr>
          <p:cNvPr id="18" name="Google Shape;18;p20"/>
          <p:cNvSpPr txBox="1"/>
          <p:nvPr>
            <p:ph type="title"/>
          </p:nvPr>
        </p:nvSpPr>
        <p:spPr>
          <a:xfrm>
            <a:off x="917575" y="198056"/>
            <a:ext cx="10356850" cy="11122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0"/>
          <p:cNvSpPr txBox="1"/>
          <p:nvPr>
            <p:ph idx="11" type="ftr"/>
          </p:nvPr>
        </p:nvSpPr>
        <p:spPr>
          <a:xfrm>
            <a:off x="8759834" y="6472554"/>
            <a:ext cx="405765"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200">
                <a:solidFill>
                  <a:srgbClr val="44536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0"/>
          <p:cNvSpPr txBox="1"/>
          <p:nvPr>
            <p:ph idx="10" type="dt"/>
          </p:nvPr>
        </p:nvSpPr>
        <p:spPr>
          <a:xfrm>
            <a:off x="917575" y="6472554"/>
            <a:ext cx="74421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0"/>
          <p:cNvSpPr txBox="1"/>
          <p:nvPr>
            <p:ph idx="12" type="sldNum"/>
          </p:nvPr>
        </p:nvSpPr>
        <p:spPr>
          <a:xfrm>
            <a:off x="11101451" y="6472554"/>
            <a:ext cx="215900" cy="177800"/>
          </a:xfrm>
          <a:prstGeom prst="rect">
            <a:avLst/>
          </a:prstGeom>
          <a:noFill/>
          <a:ln>
            <a:noFill/>
          </a:ln>
        </p:spPr>
        <p:txBody>
          <a:bodyPr anchorCtr="0" anchor="t" bIns="0" lIns="0" spcFirstLastPara="1" rIns="0" wrap="square" tIns="0">
            <a:spAutoFit/>
          </a:bodyPr>
          <a:lstStyle>
            <a:lvl1pPr indent="0" lvl="0" marL="12700">
              <a:lnSpc>
                <a:spcPct val="103333"/>
              </a:lnSpc>
              <a:spcBef>
                <a:spcPts val="0"/>
              </a:spcBef>
              <a:buNone/>
              <a:defRPr b="0" i="0" sz="1200">
                <a:solidFill>
                  <a:srgbClr val="888888"/>
                </a:solidFill>
                <a:latin typeface="Calibri"/>
                <a:ea typeface="Calibri"/>
                <a:cs typeface="Calibri"/>
                <a:sym typeface="Calibri"/>
              </a:defRPr>
            </a:lvl1pPr>
            <a:lvl2pPr indent="0" lvl="1" marL="12700">
              <a:lnSpc>
                <a:spcPct val="103333"/>
              </a:lnSpc>
              <a:spcBef>
                <a:spcPts val="0"/>
              </a:spcBef>
              <a:buNone/>
              <a:defRPr b="0" i="0" sz="1200">
                <a:solidFill>
                  <a:srgbClr val="888888"/>
                </a:solidFill>
                <a:latin typeface="Calibri"/>
                <a:ea typeface="Calibri"/>
                <a:cs typeface="Calibri"/>
                <a:sym typeface="Calibri"/>
              </a:defRPr>
            </a:lvl2pPr>
            <a:lvl3pPr indent="0" lvl="2" marL="12700">
              <a:lnSpc>
                <a:spcPct val="103333"/>
              </a:lnSpc>
              <a:spcBef>
                <a:spcPts val="0"/>
              </a:spcBef>
              <a:buNone/>
              <a:defRPr b="0" i="0" sz="1200">
                <a:solidFill>
                  <a:srgbClr val="888888"/>
                </a:solidFill>
                <a:latin typeface="Calibri"/>
                <a:ea typeface="Calibri"/>
                <a:cs typeface="Calibri"/>
                <a:sym typeface="Calibri"/>
              </a:defRPr>
            </a:lvl3pPr>
            <a:lvl4pPr indent="0" lvl="3" marL="12700">
              <a:lnSpc>
                <a:spcPct val="103333"/>
              </a:lnSpc>
              <a:spcBef>
                <a:spcPts val="0"/>
              </a:spcBef>
              <a:buNone/>
              <a:defRPr b="0" i="0" sz="1200">
                <a:solidFill>
                  <a:srgbClr val="888888"/>
                </a:solidFill>
                <a:latin typeface="Calibri"/>
                <a:ea typeface="Calibri"/>
                <a:cs typeface="Calibri"/>
                <a:sym typeface="Calibri"/>
              </a:defRPr>
            </a:lvl4pPr>
            <a:lvl5pPr indent="0" lvl="4" marL="12700">
              <a:lnSpc>
                <a:spcPct val="103333"/>
              </a:lnSpc>
              <a:spcBef>
                <a:spcPts val="0"/>
              </a:spcBef>
              <a:buNone/>
              <a:defRPr b="0" i="0" sz="1200">
                <a:solidFill>
                  <a:srgbClr val="888888"/>
                </a:solidFill>
                <a:latin typeface="Calibri"/>
                <a:ea typeface="Calibri"/>
                <a:cs typeface="Calibri"/>
                <a:sym typeface="Calibri"/>
              </a:defRPr>
            </a:lvl5pPr>
            <a:lvl6pPr indent="0" lvl="5" marL="12700">
              <a:lnSpc>
                <a:spcPct val="103333"/>
              </a:lnSpc>
              <a:spcBef>
                <a:spcPts val="0"/>
              </a:spcBef>
              <a:buNone/>
              <a:defRPr b="0" i="0" sz="1200">
                <a:solidFill>
                  <a:srgbClr val="888888"/>
                </a:solidFill>
                <a:latin typeface="Calibri"/>
                <a:ea typeface="Calibri"/>
                <a:cs typeface="Calibri"/>
                <a:sym typeface="Calibri"/>
              </a:defRPr>
            </a:lvl6pPr>
            <a:lvl7pPr indent="0" lvl="6" marL="12700">
              <a:lnSpc>
                <a:spcPct val="103333"/>
              </a:lnSpc>
              <a:spcBef>
                <a:spcPts val="0"/>
              </a:spcBef>
              <a:buNone/>
              <a:defRPr b="0" i="0" sz="1200">
                <a:solidFill>
                  <a:srgbClr val="888888"/>
                </a:solidFill>
                <a:latin typeface="Calibri"/>
                <a:ea typeface="Calibri"/>
                <a:cs typeface="Calibri"/>
                <a:sym typeface="Calibri"/>
              </a:defRPr>
            </a:lvl7pPr>
            <a:lvl8pPr indent="0" lvl="7" marL="12700">
              <a:lnSpc>
                <a:spcPct val="103333"/>
              </a:lnSpc>
              <a:spcBef>
                <a:spcPts val="0"/>
              </a:spcBef>
              <a:buNone/>
              <a:defRPr b="0" i="0" sz="1200">
                <a:solidFill>
                  <a:srgbClr val="888888"/>
                </a:solidFill>
                <a:latin typeface="Calibri"/>
                <a:ea typeface="Calibri"/>
                <a:cs typeface="Calibri"/>
                <a:sym typeface="Calibri"/>
              </a:defRPr>
            </a:lvl8pPr>
            <a:lvl9pPr indent="0" lvl="8" marL="12700">
              <a:lnSpc>
                <a:spcPct val="103333"/>
              </a:lnSpc>
              <a:spcBef>
                <a:spcPts val="0"/>
              </a:spcBef>
              <a:buNone/>
              <a:defRPr b="0" i="0" sz="1200">
                <a:solidFill>
                  <a:srgbClr val="888888"/>
                </a:solidFill>
                <a:latin typeface="Calibri"/>
                <a:ea typeface="Calibri"/>
                <a:cs typeface="Calibri"/>
                <a:sym typeface="Calibri"/>
              </a:defRPr>
            </a:lvl9pPr>
          </a:lstStyle>
          <a:p>
            <a:pPr indent="0" lvl="0" marL="1270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2" name="Shape 22"/>
        <p:cNvGrpSpPr/>
        <p:nvPr/>
      </p:nvGrpSpPr>
      <p:grpSpPr>
        <a:xfrm>
          <a:off x="0" y="0"/>
          <a:ext cx="0" cy="0"/>
          <a:chOff x="0" y="0"/>
          <a:chExt cx="0" cy="0"/>
        </a:xfrm>
      </p:grpSpPr>
      <p:sp>
        <p:nvSpPr>
          <p:cNvPr id="23" name="Google Shape;23;p21"/>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1"/>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8759834" y="6472554"/>
            <a:ext cx="405765"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200">
                <a:solidFill>
                  <a:srgbClr val="44536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1"/>
          <p:cNvSpPr txBox="1"/>
          <p:nvPr>
            <p:ph idx="10" type="dt"/>
          </p:nvPr>
        </p:nvSpPr>
        <p:spPr>
          <a:xfrm>
            <a:off x="917575" y="6472554"/>
            <a:ext cx="74421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1"/>
          <p:cNvSpPr txBox="1"/>
          <p:nvPr>
            <p:ph idx="12" type="sldNum"/>
          </p:nvPr>
        </p:nvSpPr>
        <p:spPr>
          <a:xfrm>
            <a:off x="11101451" y="6472554"/>
            <a:ext cx="215900" cy="177800"/>
          </a:xfrm>
          <a:prstGeom prst="rect">
            <a:avLst/>
          </a:prstGeom>
          <a:noFill/>
          <a:ln>
            <a:noFill/>
          </a:ln>
        </p:spPr>
        <p:txBody>
          <a:bodyPr anchorCtr="0" anchor="t" bIns="0" lIns="0" spcFirstLastPara="1" rIns="0" wrap="square" tIns="0">
            <a:spAutoFit/>
          </a:bodyPr>
          <a:lstStyle>
            <a:lvl1pPr indent="0" lvl="0" marL="12700">
              <a:lnSpc>
                <a:spcPct val="103333"/>
              </a:lnSpc>
              <a:spcBef>
                <a:spcPts val="0"/>
              </a:spcBef>
              <a:buNone/>
              <a:defRPr b="0" i="0" sz="1200">
                <a:solidFill>
                  <a:srgbClr val="888888"/>
                </a:solidFill>
                <a:latin typeface="Calibri"/>
                <a:ea typeface="Calibri"/>
                <a:cs typeface="Calibri"/>
                <a:sym typeface="Calibri"/>
              </a:defRPr>
            </a:lvl1pPr>
            <a:lvl2pPr indent="0" lvl="1" marL="12700">
              <a:lnSpc>
                <a:spcPct val="103333"/>
              </a:lnSpc>
              <a:spcBef>
                <a:spcPts val="0"/>
              </a:spcBef>
              <a:buNone/>
              <a:defRPr b="0" i="0" sz="1200">
                <a:solidFill>
                  <a:srgbClr val="888888"/>
                </a:solidFill>
                <a:latin typeface="Calibri"/>
                <a:ea typeface="Calibri"/>
                <a:cs typeface="Calibri"/>
                <a:sym typeface="Calibri"/>
              </a:defRPr>
            </a:lvl2pPr>
            <a:lvl3pPr indent="0" lvl="2" marL="12700">
              <a:lnSpc>
                <a:spcPct val="103333"/>
              </a:lnSpc>
              <a:spcBef>
                <a:spcPts val="0"/>
              </a:spcBef>
              <a:buNone/>
              <a:defRPr b="0" i="0" sz="1200">
                <a:solidFill>
                  <a:srgbClr val="888888"/>
                </a:solidFill>
                <a:latin typeface="Calibri"/>
                <a:ea typeface="Calibri"/>
                <a:cs typeface="Calibri"/>
                <a:sym typeface="Calibri"/>
              </a:defRPr>
            </a:lvl3pPr>
            <a:lvl4pPr indent="0" lvl="3" marL="12700">
              <a:lnSpc>
                <a:spcPct val="103333"/>
              </a:lnSpc>
              <a:spcBef>
                <a:spcPts val="0"/>
              </a:spcBef>
              <a:buNone/>
              <a:defRPr b="0" i="0" sz="1200">
                <a:solidFill>
                  <a:srgbClr val="888888"/>
                </a:solidFill>
                <a:latin typeface="Calibri"/>
                <a:ea typeface="Calibri"/>
                <a:cs typeface="Calibri"/>
                <a:sym typeface="Calibri"/>
              </a:defRPr>
            </a:lvl4pPr>
            <a:lvl5pPr indent="0" lvl="4" marL="12700">
              <a:lnSpc>
                <a:spcPct val="103333"/>
              </a:lnSpc>
              <a:spcBef>
                <a:spcPts val="0"/>
              </a:spcBef>
              <a:buNone/>
              <a:defRPr b="0" i="0" sz="1200">
                <a:solidFill>
                  <a:srgbClr val="888888"/>
                </a:solidFill>
                <a:latin typeface="Calibri"/>
                <a:ea typeface="Calibri"/>
                <a:cs typeface="Calibri"/>
                <a:sym typeface="Calibri"/>
              </a:defRPr>
            </a:lvl5pPr>
            <a:lvl6pPr indent="0" lvl="5" marL="12700">
              <a:lnSpc>
                <a:spcPct val="103333"/>
              </a:lnSpc>
              <a:spcBef>
                <a:spcPts val="0"/>
              </a:spcBef>
              <a:buNone/>
              <a:defRPr b="0" i="0" sz="1200">
                <a:solidFill>
                  <a:srgbClr val="888888"/>
                </a:solidFill>
                <a:latin typeface="Calibri"/>
                <a:ea typeface="Calibri"/>
                <a:cs typeface="Calibri"/>
                <a:sym typeface="Calibri"/>
              </a:defRPr>
            </a:lvl6pPr>
            <a:lvl7pPr indent="0" lvl="6" marL="12700">
              <a:lnSpc>
                <a:spcPct val="103333"/>
              </a:lnSpc>
              <a:spcBef>
                <a:spcPts val="0"/>
              </a:spcBef>
              <a:buNone/>
              <a:defRPr b="0" i="0" sz="1200">
                <a:solidFill>
                  <a:srgbClr val="888888"/>
                </a:solidFill>
                <a:latin typeface="Calibri"/>
                <a:ea typeface="Calibri"/>
                <a:cs typeface="Calibri"/>
                <a:sym typeface="Calibri"/>
              </a:defRPr>
            </a:lvl7pPr>
            <a:lvl8pPr indent="0" lvl="7" marL="12700">
              <a:lnSpc>
                <a:spcPct val="103333"/>
              </a:lnSpc>
              <a:spcBef>
                <a:spcPts val="0"/>
              </a:spcBef>
              <a:buNone/>
              <a:defRPr b="0" i="0" sz="1200">
                <a:solidFill>
                  <a:srgbClr val="888888"/>
                </a:solidFill>
                <a:latin typeface="Calibri"/>
                <a:ea typeface="Calibri"/>
                <a:cs typeface="Calibri"/>
                <a:sym typeface="Calibri"/>
              </a:defRPr>
            </a:lvl8pPr>
            <a:lvl9pPr indent="0" lvl="8" marL="12700">
              <a:lnSpc>
                <a:spcPct val="103333"/>
              </a:lnSpc>
              <a:spcBef>
                <a:spcPts val="0"/>
              </a:spcBef>
              <a:buNone/>
              <a:defRPr b="0" i="0" sz="1200">
                <a:solidFill>
                  <a:srgbClr val="888888"/>
                </a:solidFill>
                <a:latin typeface="Calibri"/>
                <a:ea typeface="Calibri"/>
                <a:cs typeface="Calibri"/>
                <a:sym typeface="Calibri"/>
              </a:defRPr>
            </a:lvl9pPr>
          </a:lstStyle>
          <a:p>
            <a:pPr indent="0" lvl="0" marL="1270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22"/>
          <p:cNvSpPr txBox="1"/>
          <p:nvPr>
            <p:ph type="title"/>
          </p:nvPr>
        </p:nvSpPr>
        <p:spPr>
          <a:xfrm>
            <a:off x="917575" y="198056"/>
            <a:ext cx="10356850" cy="111226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2"/>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22"/>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22"/>
          <p:cNvSpPr txBox="1"/>
          <p:nvPr>
            <p:ph idx="11" type="ftr"/>
          </p:nvPr>
        </p:nvSpPr>
        <p:spPr>
          <a:xfrm>
            <a:off x="8759834" y="6472554"/>
            <a:ext cx="405765"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200">
                <a:solidFill>
                  <a:srgbClr val="44536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2"/>
          <p:cNvSpPr txBox="1"/>
          <p:nvPr>
            <p:ph idx="10" type="dt"/>
          </p:nvPr>
        </p:nvSpPr>
        <p:spPr>
          <a:xfrm>
            <a:off x="917575" y="6472554"/>
            <a:ext cx="74421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2"/>
          <p:cNvSpPr txBox="1"/>
          <p:nvPr>
            <p:ph idx="12" type="sldNum"/>
          </p:nvPr>
        </p:nvSpPr>
        <p:spPr>
          <a:xfrm>
            <a:off x="11101451" y="6472554"/>
            <a:ext cx="215900" cy="177800"/>
          </a:xfrm>
          <a:prstGeom prst="rect">
            <a:avLst/>
          </a:prstGeom>
          <a:noFill/>
          <a:ln>
            <a:noFill/>
          </a:ln>
        </p:spPr>
        <p:txBody>
          <a:bodyPr anchorCtr="0" anchor="t" bIns="0" lIns="0" spcFirstLastPara="1" rIns="0" wrap="square" tIns="0">
            <a:spAutoFit/>
          </a:bodyPr>
          <a:lstStyle>
            <a:lvl1pPr indent="0" lvl="0" marL="12700">
              <a:lnSpc>
                <a:spcPct val="103333"/>
              </a:lnSpc>
              <a:spcBef>
                <a:spcPts val="0"/>
              </a:spcBef>
              <a:buNone/>
              <a:defRPr b="0" i="0" sz="1200">
                <a:solidFill>
                  <a:srgbClr val="888888"/>
                </a:solidFill>
                <a:latin typeface="Calibri"/>
                <a:ea typeface="Calibri"/>
                <a:cs typeface="Calibri"/>
                <a:sym typeface="Calibri"/>
              </a:defRPr>
            </a:lvl1pPr>
            <a:lvl2pPr indent="0" lvl="1" marL="12700">
              <a:lnSpc>
                <a:spcPct val="103333"/>
              </a:lnSpc>
              <a:spcBef>
                <a:spcPts val="0"/>
              </a:spcBef>
              <a:buNone/>
              <a:defRPr b="0" i="0" sz="1200">
                <a:solidFill>
                  <a:srgbClr val="888888"/>
                </a:solidFill>
                <a:latin typeface="Calibri"/>
                <a:ea typeface="Calibri"/>
                <a:cs typeface="Calibri"/>
                <a:sym typeface="Calibri"/>
              </a:defRPr>
            </a:lvl2pPr>
            <a:lvl3pPr indent="0" lvl="2" marL="12700">
              <a:lnSpc>
                <a:spcPct val="103333"/>
              </a:lnSpc>
              <a:spcBef>
                <a:spcPts val="0"/>
              </a:spcBef>
              <a:buNone/>
              <a:defRPr b="0" i="0" sz="1200">
                <a:solidFill>
                  <a:srgbClr val="888888"/>
                </a:solidFill>
                <a:latin typeface="Calibri"/>
                <a:ea typeface="Calibri"/>
                <a:cs typeface="Calibri"/>
                <a:sym typeface="Calibri"/>
              </a:defRPr>
            </a:lvl3pPr>
            <a:lvl4pPr indent="0" lvl="3" marL="12700">
              <a:lnSpc>
                <a:spcPct val="103333"/>
              </a:lnSpc>
              <a:spcBef>
                <a:spcPts val="0"/>
              </a:spcBef>
              <a:buNone/>
              <a:defRPr b="0" i="0" sz="1200">
                <a:solidFill>
                  <a:srgbClr val="888888"/>
                </a:solidFill>
                <a:latin typeface="Calibri"/>
                <a:ea typeface="Calibri"/>
                <a:cs typeface="Calibri"/>
                <a:sym typeface="Calibri"/>
              </a:defRPr>
            </a:lvl4pPr>
            <a:lvl5pPr indent="0" lvl="4" marL="12700">
              <a:lnSpc>
                <a:spcPct val="103333"/>
              </a:lnSpc>
              <a:spcBef>
                <a:spcPts val="0"/>
              </a:spcBef>
              <a:buNone/>
              <a:defRPr b="0" i="0" sz="1200">
                <a:solidFill>
                  <a:srgbClr val="888888"/>
                </a:solidFill>
                <a:latin typeface="Calibri"/>
                <a:ea typeface="Calibri"/>
                <a:cs typeface="Calibri"/>
                <a:sym typeface="Calibri"/>
              </a:defRPr>
            </a:lvl5pPr>
            <a:lvl6pPr indent="0" lvl="5" marL="12700">
              <a:lnSpc>
                <a:spcPct val="103333"/>
              </a:lnSpc>
              <a:spcBef>
                <a:spcPts val="0"/>
              </a:spcBef>
              <a:buNone/>
              <a:defRPr b="0" i="0" sz="1200">
                <a:solidFill>
                  <a:srgbClr val="888888"/>
                </a:solidFill>
                <a:latin typeface="Calibri"/>
                <a:ea typeface="Calibri"/>
                <a:cs typeface="Calibri"/>
                <a:sym typeface="Calibri"/>
              </a:defRPr>
            </a:lvl6pPr>
            <a:lvl7pPr indent="0" lvl="6" marL="12700">
              <a:lnSpc>
                <a:spcPct val="103333"/>
              </a:lnSpc>
              <a:spcBef>
                <a:spcPts val="0"/>
              </a:spcBef>
              <a:buNone/>
              <a:defRPr b="0" i="0" sz="1200">
                <a:solidFill>
                  <a:srgbClr val="888888"/>
                </a:solidFill>
                <a:latin typeface="Calibri"/>
                <a:ea typeface="Calibri"/>
                <a:cs typeface="Calibri"/>
                <a:sym typeface="Calibri"/>
              </a:defRPr>
            </a:lvl7pPr>
            <a:lvl8pPr indent="0" lvl="7" marL="12700">
              <a:lnSpc>
                <a:spcPct val="103333"/>
              </a:lnSpc>
              <a:spcBef>
                <a:spcPts val="0"/>
              </a:spcBef>
              <a:buNone/>
              <a:defRPr b="0" i="0" sz="1200">
                <a:solidFill>
                  <a:srgbClr val="888888"/>
                </a:solidFill>
                <a:latin typeface="Calibri"/>
                <a:ea typeface="Calibri"/>
                <a:cs typeface="Calibri"/>
                <a:sym typeface="Calibri"/>
              </a:defRPr>
            </a:lvl8pPr>
            <a:lvl9pPr indent="0" lvl="8" marL="12700">
              <a:lnSpc>
                <a:spcPct val="103333"/>
              </a:lnSpc>
              <a:spcBef>
                <a:spcPts val="0"/>
              </a:spcBef>
              <a:buNone/>
              <a:defRPr b="0" i="0" sz="1200">
                <a:solidFill>
                  <a:srgbClr val="888888"/>
                </a:solidFill>
                <a:latin typeface="Calibri"/>
                <a:ea typeface="Calibri"/>
                <a:cs typeface="Calibri"/>
                <a:sym typeface="Calibri"/>
              </a:defRPr>
            </a:lvl9pPr>
          </a:lstStyle>
          <a:p>
            <a:pPr indent="0" lvl="0" marL="1270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 name="Shape 35"/>
        <p:cNvGrpSpPr/>
        <p:nvPr/>
      </p:nvGrpSpPr>
      <p:grpSpPr>
        <a:xfrm>
          <a:off x="0" y="0"/>
          <a:ext cx="0" cy="0"/>
          <a:chOff x="0" y="0"/>
          <a:chExt cx="0" cy="0"/>
        </a:xfrm>
      </p:grpSpPr>
      <p:sp>
        <p:nvSpPr>
          <p:cNvPr id="36" name="Google Shape;36;p23"/>
          <p:cNvSpPr txBox="1"/>
          <p:nvPr>
            <p:ph idx="11" type="ftr"/>
          </p:nvPr>
        </p:nvSpPr>
        <p:spPr>
          <a:xfrm>
            <a:off x="8759834" y="6472554"/>
            <a:ext cx="405765"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200">
                <a:solidFill>
                  <a:srgbClr val="44536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3"/>
          <p:cNvSpPr txBox="1"/>
          <p:nvPr>
            <p:ph idx="10" type="dt"/>
          </p:nvPr>
        </p:nvSpPr>
        <p:spPr>
          <a:xfrm>
            <a:off x="917575" y="6472554"/>
            <a:ext cx="74421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3"/>
          <p:cNvSpPr txBox="1"/>
          <p:nvPr>
            <p:ph idx="12" type="sldNum"/>
          </p:nvPr>
        </p:nvSpPr>
        <p:spPr>
          <a:xfrm>
            <a:off x="11101451" y="6472554"/>
            <a:ext cx="215900" cy="177800"/>
          </a:xfrm>
          <a:prstGeom prst="rect">
            <a:avLst/>
          </a:prstGeom>
          <a:noFill/>
          <a:ln>
            <a:noFill/>
          </a:ln>
        </p:spPr>
        <p:txBody>
          <a:bodyPr anchorCtr="0" anchor="t" bIns="0" lIns="0" spcFirstLastPara="1" rIns="0" wrap="square" tIns="0">
            <a:spAutoFit/>
          </a:bodyPr>
          <a:lstStyle>
            <a:lvl1pPr indent="0" lvl="0" marL="12700">
              <a:lnSpc>
                <a:spcPct val="103333"/>
              </a:lnSpc>
              <a:spcBef>
                <a:spcPts val="0"/>
              </a:spcBef>
              <a:buNone/>
              <a:defRPr b="0" i="0" sz="1200">
                <a:solidFill>
                  <a:srgbClr val="888888"/>
                </a:solidFill>
                <a:latin typeface="Calibri"/>
                <a:ea typeface="Calibri"/>
                <a:cs typeface="Calibri"/>
                <a:sym typeface="Calibri"/>
              </a:defRPr>
            </a:lvl1pPr>
            <a:lvl2pPr indent="0" lvl="1" marL="12700">
              <a:lnSpc>
                <a:spcPct val="103333"/>
              </a:lnSpc>
              <a:spcBef>
                <a:spcPts val="0"/>
              </a:spcBef>
              <a:buNone/>
              <a:defRPr b="0" i="0" sz="1200">
                <a:solidFill>
                  <a:srgbClr val="888888"/>
                </a:solidFill>
                <a:latin typeface="Calibri"/>
                <a:ea typeface="Calibri"/>
                <a:cs typeface="Calibri"/>
                <a:sym typeface="Calibri"/>
              </a:defRPr>
            </a:lvl2pPr>
            <a:lvl3pPr indent="0" lvl="2" marL="12700">
              <a:lnSpc>
                <a:spcPct val="103333"/>
              </a:lnSpc>
              <a:spcBef>
                <a:spcPts val="0"/>
              </a:spcBef>
              <a:buNone/>
              <a:defRPr b="0" i="0" sz="1200">
                <a:solidFill>
                  <a:srgbClr val="888888"/>
                </a:solidFill>
                <a:latin typeface="Calibri"/>
                <a:ea typeface="Calibri"/>
                <a:cs typeface="Calibri"/>
                <a:sym typeface="Calibri"/>
              </a:defRPr>
            </a:lvl3pPr>
            <a:lvl4pPr indent="0" lvl="3" marL="12700">
              <a:lnSpc>
                <a:spcPct val="103333"/>
              </a:lnSpc>
              <a:spcBef>
                <a:spcPts val="0"/>
              </a:spcBef>
              <a:buNone/>
              <a:defRPr b="0" i="0" sz="1200">
                <a:solidFill>
                  <a:srgbClr val="888888"/>
                </a:solidFill>
                <a:latin typeface="Calibri"/>
                <a:ea typeface="Calibri"/>
                <a:cs typeface="Calibri"/>
                <a:sym typeface="Calibri"/>
              </a:defRPr>
            </a:lvl4pPr>
            <a:lvl5pPr indent="0" lvl="4" marL="12700">
              <a:lnSpc>
                <a:spcPct val="103333"/>
              </a:lnSpc>
              <a:spcBef>
                <a:spcPts val="0"/>
              </a:spcBef>
              <a:buNone/>
              <a:defRPr b="0" i="0" sz="1200">
                <a:solidFill>
                  <a:srgbClr val="888888"/>
                </a:solidFill>
                <a:latin typeface="Calibri"/>
                <a:ea typeface="Calibri"/>
                <a:cs typeface="Calibri"/>
                <a:sym typeface="Calibri"/>
              </a:defRPr>
            </a:lvl5pPr>
            <a:lvl6pPr indent="0" lvl="5" marL="12700">
              <a:lnSpc>
                <a:spcPct val="103333"/>
              </a:lnSpc>
              <a:spcBef>
                <a:spcPts val="0"/>
              </a:spcBef>
              <a:buNone/>
              <a:defRPr b="0" i="0" sz="1200">
                <a:solidFill>
                  <a:srgbClr val="888888"/>
                </a:solidFill>
                <a:latin typeface="Calibri"/>
                <a:ea typeface="Calibri"/>
                <a:cs typeface="Calibri"/>
                <a:sym typeface="Calibri"/>
              </a:defRPr>
            </a:lvl6pPr>
            <a:lvl7pPr indent="0" lvl="6" marL="12700">
              <a:lnSpc>
                <a:spcPct val="103333"/>
              </a:lnSpc>
              <a:spcBef>
                <a:spcPts val="0"/>
              </a:spcBef>
              <a:buNone/>
              <a:defRPr b="0" i="0" sz="1200">
                <a:solidFill>
                  <a:srgbClr val="888888"/>
                </a:solidFill>
                <a:latin typeface="Calibri"/>
                <a:ea typeface="Calibri"/>
                <a:cs typeface="Calibri"/>
                <a:sym typeface="Calibri"/>
              </a:defRPr>
            </a:lvl7pPr>
            <a:lvl8pPr indent="0" lvl="7" marL="12700">
              <a:lnSpc>
                <a:spcPct val="103333"/>
              </a:lnSpc>
              <a:spcBef>
                <a:spcPts val="0"/>
              </a:spcBef>
              <a:buNone/>
              <a:defRPr b="0" i="0" sz="1200">
                <a:solidFill>
                  <a:srgbClr val="888888"/>
                </a:solidFill>
                <a:latin typeface="Calibri"/>
                <a:ea typeface="Calibri"/>
                <a:cs typeface="Calibri"/>
                <a:sym typeface="Calibri"/>
              </a:defRPr>
            </a:lvl8pPr>
            <a:lvl9pPr indent="0" lvl="8" marL="12700">
              <a:lnSpc>
                <a:spcPct val="103333"/>
              </a:lnSpc>
              <a:spcBef>
                <a:spcPts val="0"/>
              </a:spcBef>
              <a:buNone/>
              <a:defRPr b="0" i="0" sz="1200">
                <a:solidFill>
                  <a:srgbClr val="888888"/>
                </a:solidFill>
                <a:latin typeface="Calibri"/>
                <a:ea typeface="Calibri"/>
                <a:cs typeface="Calibri"/>
                <a:sym typeface="Calibri"/>
              </a:defRPr>
            </a:lvl9pPr>
          </a:lstStyle>
          <a:p>
            <a:pPr indent="0" lvl="0" marL="1270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917575" y="198056"/>
            <a:ext cx="10356850" cy="111226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917575" y="1798383"/>
            <a:ext cx="10368915" cy="368807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8"/>
          <p:cNvSpPr txBox="1"/>
          <p:nvPr>
            <p:ph idx="11" type="ftr"/>
          </p:nvPr>
        </p:nvSpPr>
        <p:spPr>
          <a:xfrm>
            <a:off x="8759834" y="6472554"/>
            <a:ext cx="405765"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200">
                <a:solidFill>
                  <a:srgbClr val="44536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8"/>
          <p:cNvSpPr txBox="1"/>
          <p:nvPr>
            <p:ph idx="10" type="dt"/>
          </p:nvPr>
        </p:nvSpPr>
        <p:spPr>
          <a:xfrm>
            <a:off x="917575" y="6472554"/>
            <a:ext cx="744219" cy="177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8"/>
          <p:cNvSpPr txBox="1"/>
          <p:nvPr>
            <p:ph idx="12" type="sldNum"/>
          </p:nvPr>
        </p:nvSpPr>
        <p:spPr>
          <a:xfrm>
            <a:off x="11101451" y="6472554"/>
            <a:ext cx="215900" cy="177800"/>
          </a:xfrm>
          <a:prstGeom prst="rect">
            <a:avLst/>
          </a:prstGeom>
          <a:noFill/>
          <a:ln>
            <a:noFill/>
          </a:ln>
        </p:spPr>
        <p:txBody>
          <a:bodyPr anchorCtr="0" anchor="t" bIns="0" lIns="0" spcFirstLastPara="1" rIns="0" wrap="square" tIns="0">
            <a:spAutoFit/>
          </a:bodyPr>
          <a:lstStyle>
            <a:lvl1pPr indent="0" lvl="0" marL="12700">
              <a:lnSpc>
                <a:spcPct val="103333"/>
              </a:lnSpc>
              <a:spcBef>
                <a:spcPts val="0"/>
              </a:spcBef>
              <a:buNone/>
              <a:defRPr b="0" i="0" sz="1200">
                <a:solidFill>
                  <a:srgbClr val="888888"/>
                </a:solidFill>
                <a:latin typeface="Calibri"/>
                <a:ea typeface="Calibri"/>
                <a:cs typeface="Calibri"/>
                <a:sym typeface="Calibri"/>
              </a:defRPr>
            </a:lvl1pPr>
            <a:lvl2pPr indent="0" lvl="1" marL="12700">
              <a:lnSpc>
                <a:spcPct val="103333"/>
              </a:lnSpc>
              <a:spcBef>
                <a:spcPts val="0"/>
              </a:spcBef>
              <a:buNone/>
              <a:defRPr b="0" i="0" sz="1200">
                <a:solidFill>
                  <a:srgbClr val="888888"/>
                </a:solidFill>
                <a:latin typeface="Calibri"/>
                <a:ea typeface="Calibri"/>
                <a:cs typeface="Calibri"/>
                <a:sym typeface="Calibri"/>
              </a:defRPr>
            </a:lvl2pPr>
            <a:lvl3pPr indent="0" lvl="2" marL="12700">
              <a:lnSpc>
                <a:spcPct val="103333"/>
              </a:lnSpc>
              <a:spcBef>
                <a:spcPts val="0"/>
              </a:spcBef>
              <a:buNone/>
              <a:defRPr b="0" i="0" sz="1200">
                <a:solidFill>
                  <a:srgbClr val="888888"/>
                </a:solidFill>
                <a:latin typeface="Calibri"/>
                <a:ea typeface="Calibri"/>
                <a:cs typeface="Calibri"/>
                <a:sym typeface="Calibri"/>
              </a:defRPr>
            </a:lvl3pPr>
            <a:lvl4pPr indent="0" lvl="3" marL="12700">
              <a:lnSpc>
                <a:spcPct val="103333"/>
              </a:lnSpc>
              <a:spcBef>
                <a:spcPts val="0"/>
              </a:spcBef>
              <a:buNone/>
              <a:defRPr b="0" i="0" sz="1200">
                <a:solidFill>
                  <a:srgbClr val="888888"/>
                </a:solidFill>
                <a:latin typeface="Calibri"/>
                <a:ea typeface="Calibri"/>
                <a:cs typeface="Calibri"/>
                <a:sym typeface="Calibri"/>
              </a:defRPr>
            </a:lvl4pPr>
            <a:lvl5pPr indent="0" lvl="4" marL="12700">
              <a:lnSpc>
                <a:spcPct val="103333"/>
              </a:lnSpc>
              <a:spcBef>
                <a:spcPts val="0"/>
              </a:spcBef>
              <a:buNone/>
              <a:defRPr b="0" i="0" sz="1200">
                <a:solidFill>
                  <a:srgbClr val="888888"/>
                </a:solidFill>
                <a:latin typeface="Calibri"/>
                <a:ea typeface="Calibri"/>
                <a:cs typeface="Calibri"/>
                <a:sym typeface="Calibri"/>
              </a:defRPr>
            </a:lvl5pPr>
            <a:lvl6pPr indent="0" lvl="5" marL="12700">
              <a:lnSpc>
                <a:spcPct val="103333"/>
              </a:lnSpc>
              <a:spcBef>
                <a:spcPts val="0"/>
              </a:spcBef>
              <a:buNone/>
              <a:defRPr b="0" i="0" sz="1200">
                <a:solidFill>
                  <a:srgbClr val="888888"/>
                </a:solidFill>
                <a:latin typeface="Calibri"/>
                <a:ea typeface="Calibri"/>
                <a:cs typeface="Calibri"/>
                <a:sym typeface="Calibri"/>
              </a:defRPr>
            </a:lvl6pPr>
            <a:lvl7pPr indent="0" lvl="6" marL="12700">
              <a:lnSpc>
                <a:spcPct val="103333"/>
              </a:lnSpc>
              <a:spcBef>
                <a:spcPts val="0"/>
              </a:spcBef>
              <a:buNone/>
              <a:defRPr b="0" i="0" sz="1200">
                <a:solidFill>
                  <a:srgbClr val="888888"/>
                </a:solidFill>
                <a:latin typeface="Calibri"/>
                <a:ea typeface="Calibri"/>
                <a:cs typeface="Calibri"/>
                <a:sym typeface="Calibri"/>
              </a:defRPr>
            </a:lvl7pPr>
            <a:lvl8pPr indent="0" lvl="7" marL="12700">
              <a:lnSpc>
                <a:spcPct val="103333"/>
              </a:lnSpc>
              <a:spcBef>
                <a:spcPts val="0"/>
              </a:spcBef>
              <a:buNone/>
              <a:defRPr b="0" i="0" sz="1200">
                <a:solidFill>
                  <a:srgbClr val="888888"/>
                </a:solidFill>
                <a:latin typeface="Calibri"/>
                <a:ea typeface="Calibri"/>
                <a:cs typeface="Calibri"/>
                <a:sym typeface="Calibri"/>
              </a:defRPr>
            </a:lvl8pPr>
            <a:lvl9pPr indent="0" lvl="8" marL="12700">
              <a:lnSpc>
                <a:spcPct val="103333"/>
              </a:lnSpc>
              <a:spcBef>
                <a:spcPts val="0"/>
              </a:spcBef>
              <a:buNone/>
              <a:defRPr b="0" i="0" sz="1200">
                <a:solidFill>
                  <a:srgbClr val="888888"/>
                </a:solidFill>
                <a:latin typeface="Calibri"/>
                <a:ea typeface="Calibri"/>
                <a:cs typeface="Calibri"/>
                <a:sym typeface="Calibri"/>
              </a:defRPr>
            </a:lvl9pPr>
          </a:lstStyle>
          <a:p>
            <a:pPr indent="0" lvl="0" marL="12700" rtl="0" algn="l">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drive.google.com/file/d/1aNFZEE1VwwOf8tyx7BF1uRBcQoUI9Cw3/view" TargetMode="Externa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42" name="Shape 42"/>
        <p:cNvGrpSpPr/>
        <p:nvPr/>
      </p:nvGrpSpPr>
      <p:grpSpPr>
        <a:xfrm>
          <a:off x="0" y="0"/>
          <a:ext cx="0" cy="0"/>
          <a:chOff x="0" y="0"/>
          <a:chExt cx="0" cy="0"/>
        </a:xfrm>
      </p:grpSpPr>
      <p:sp>
        <p:nvSpPr>
          <p:cNvPr id="43" name="Google Shape;43;p1"/>
          <p:cNvSpPr txBox="1"/>
          <p:nvPr>
            <p:ph type="title"/>
          </p:nvPr>
        </p:nvSpPr>
        <p:spPr>
          <a:xfrm>
            <a:off x="1503450" y="2596913"/>
            <a:ext cx="9185100" cy="1101300"/>
          </a:xfrm>
          <a:prstGeom prst="rect">
            <a:avLst/>
          </a:prstGeom>
          <a:noFill/>
          <a:ln>
            <a:noFill/>
          </a:ln>
        </p:spPr>
        <p:txBody>
          <a:bodyPr anchorCtr="0" anchor="t" bIns="0" lIns="0" spcFirstLastPara="1" rIns="0" wrap="square" tIns="74275">
            <a:spAutoFit/>
          </a:bodyPr>
          <a:lstStyle/>
          <a:p>
            <a:pPr indent="0" lvl="0" marL="0" marR="5080" rtl="0" algn="ctr">
              <a:lnSpc>
                <a:spcPct val="108333"/>
              </a:lnSpc>
              <a:spcBef>
                <a:spcPts val="0"/>
              </a:spcBef>
              <a:spcAft>
                <a:spcPts val="0"/>
              </a:spcAft>
              <a:buNone/>
            </a:pPr>
            <a:r>
              <a:rPr b="1" lang="en-IN" sz="3200">
                <a:solidFill>
                  <a:srgbClr val="FFFFFF"/>
                </a:solidFill>
                <a:latin typeface="Times New Roman"/>
                <a:ea typeface="Times New Roman"/>
                <a:cs typeface="Times New Roman"/>
                <a:sym typeface="Times New Roman"/>
              </a:rPr>
              <a:t>EDGE AI HEALTH MONITORING SYSTEM USING FPGA</a:t>
            </a:r>
            <a:endParaRPr sz="3600">
              <a:solidFill>
                <a:srgbClr val="FFFFFF"/>
              </a:solidFill>
              <a:latin typeface="Times New Roman"/>
              <a:ea typeface="Times New Roman"/>
              <a:cs typeface="Times New Roman"/>
              <a:sym typeface="Times New Roman"/>
            </a:endParaRPr>
          </a:p>
        </p:txBody>
      </p:sp>
      <p:pic>
        <p:nvPicPr>
          <p:cNvPr id="44" name="Google Shape;44;p1"/>
          <p:cNvPicPr preferRelativeResize="0"/>
          <p:nvPr/>
        </p:nvPicPr>
        <p:blipFill rotWithShape="1">
          <a:blip r:embed="rId4">
            <a:alphaModFix/>
          </a:blip>
          <a:srcRect b="0" l="0" r="0" t="0"/>
          <a:stretch/>
        </p:blipFill>
        <p:spPr>
          <a:xfrm>
            <a:off x="-236025" y="0"/>
            <a:ext cx="6875327" cy="1508275"/>
          </a:xfrm>
          <a:prstGeom prst="rect">
            <a:avLst/>
          </a:prstGeom>
          <a:noFill/>
          <a:ln>
            <a:noFill/>
          </a:ln>
        </p:spPr>
      </p:pic>
      <p:pic>
        <p:nvPicPr>
          <p:cNvPr id="45" name="Google Shape;45;p1"/>
          <p:cNvPicPr preferRelativeResize="0"/>
          <p:nvPr/>
        </p:nvPicPr>
        <p:blipFill>
          <a:blip r:embed="rId5">
            <a:alphaModFix/>
          </a:blip>
          <a:stretch>
            <a:fillRect/>
          </a:stretch>
        </p:blipFill>
        <p:spPr>
          <a:xfrm>
            <a:off x="6468375" y="-73400"/>
            <a:ext cx="5723625" cy="1581675"/>
          </a:xfrm>
          <a:prstGeom prst="rect">
            <a:avLst/>
          </a:prstGeom>
          <a:noFill/>
          <a:ln>
            <a:noFill/>
          </a:ln>
        </p:spPr>
      </p:pic>
      <p:sp>
        <p:nvSpPr>
          <p:cNvPr id="46" name="Google Shape;46;p1"/>
          <p:cNvSpPr txBox="1"/>
          <p:nvPr/>
        </p:nvSpPr>
        <p:spPr>
          <a:xfrm>
            <a:off x="3747150" y="3915825"/>
            <a:ext cx="4697700" cy="1282800"/>
          </a:xfrm>
          <a:prstGeom prst="rect">
            <a:avLst/>
          </a:prstGeom>
          <a:noFill/>
          <a:ln>
            <a:noFill/>
          </a:ln>
        </p:spPr>
        <p:txBody>
          <a:bodyPr anchorCtr="0" anchor="t" bIns="0" lIns="0" spcFirstLastPara="1" rIns="0" wrap="square" tIns="35550">
            <a:spAutoFit/>
          </a:bodyPr>
          <a:lstStyle/>
          <a:p>
            <a:pPr indent="0" lvl="0" marL="232409" rtl="0" algn="l">
              <a:lnSpc>
                <a:spcPct val="100000"/>
              </a:lnSpc>
              <a:spcBef>
                <a:spcPts val="0"/>
              </a:spcBef>
              <a:spcAft>
                <a:spcPts val="0"/>
              </a:spcAft>
              <a:buNone/>
            </a:pPr>
            <a:r>
              <a:rPr b="1" lang="en-IN" sz="2000">
                <a:solidFill>
                  <a:srgbClr val="FF0000"/>
                </a:solidFill>
                <a:latin typeface="Comic Sans MS"/>
                <a:ea typeface="Comic Sans MS"/>
                <a:cs typeface="Comic Sans MS"/>
                <a:sym typeface="Comic Sans MS"/>
              </a:rPr>
              <a:t>				 				</a:t>
            </a:r>
            <a:r>
              <a:rPr b="1" lang="en-IN" sz="2100">
                <a:solidFill>
                  <a:srgbClr val="F4CCCC"/>
                </a:solidFill>
                <a:latin typeface="Comic Sans MS"/>
                <a:ea typeface="Comic Sans MS"/>
                <a:cs typeface="Comic Sans MS"/>
                <a:sym typeface="Comic Sans MS"/>
              </a:rPr>
              <a:t>160123735156 - M.Keerthi Sri</a:t>
            </a:r>
            <a:endParaRPr>
              <a:solidFill>
                <a:srgbClr val="F4CCCC"/>
              </a:solidFill>
              <a:latin typeface="Comic Sans MS"/>
              <a:ea typeface="Comic Sans MS"/>
              <a:cs typeface="Comic Sans MS"/>
              <a:sym typeface="Comic Sans MS"/>
            </a:endParaRPr>
          </a:p>
          <a:p>
            <a:pPr indent="0" lvl="0" marL="232409" rtl="0" algn="l">
              <a:lnSpc>
                <a:spcPct val="100000"/>
              </a:lnSpc>
              <a:spcBef>
                <a:spcPts val="0"/>
              </a:spcBef>
              <a:spcAft>
                <a:spcPts val="0"/>
              </a:spcAft>
              <a:buNone/>
            </a:pPr>
            <a:r>
              <a:rPr b="1" lang="en-IN" sz="2000">
                <a:solidFill>
                  <a:srgbClr val="F4CCCC"/>
                </a:solidFill>
                <a:latin typeface="Comic Sans MS"/>
                <a:ea typeface="Comic Sans MS"/>
                <a:cs typeface="Comic Sans MS"/>
                <a:sym typeface="Comic Sans MS"/>
              </a:rPr>
              <a:t>160123735018  - P. Keerthi</a:t>
            </a:r>
            <a:r>
              <a:rPr b="1" lang="en-IN" sz="2000">
                <a:solidFill>
                  <a:srgbClr val="F4CCCC"/>
                </a:solidFill>
                <a:latin typeface="Times New Roman"/>
                <a:ea typeface="Times New Roman"/>
                <a:cs typeface="Times New Roman"/>
                <a:sym typeface="Times New Roman"/>
              </a:rPr>
              <a:t> </a:t>
            </a:r>
            <a:endParaRPr b="1" sz="2000">
              <a:solidFill>
                <a:srgbClr val="F4CCCC"/>
              </a:solidFill>
              <a:latin typeface="Times New Roman"/>
              <a:ea typeface="Times New Roman"/>
              <a:cs typeface="Times New Roman"/>
              <a:sym typeface="Times New Roman"/>
            </a:endParaRPr>
          </a:p>
          <a:p>
            <a:pPr indent="0" lvl="0" marL="232409" rtl="0" algn="l">
              <a:spcBef>
                <a:spcPts val="0"/>
              </a:spcBef>
              <a:spcAft>
                <a:spcPts val="0"/>
              </a:spcAft>
              <a:buClr>
                <a:schemeClr val="dk1"/>
              </a:buClr>
              <a:buFont typeface="Arial"/>
              <a:buNone/>
            </a:pPr>
            <a:r>
              <a:rPr b="1" lang="en-IN" sz="2000">
                <a:solidFill>
                  <a:srgbClr val="F4CCCC"/>
                </a:solidFill>
                <a:latin typeface="Comic Sans MS"/>
                <a:ea typeface="Comic Sans MS"/>
                <a:cs typeface="Comic Sans MS"/>
                <a:sym typeface="Comic Sans MS"/>
              </a:rPr>
              <a:t>160123735159  - N.Preethi</a:t>
            </a:r>
            <a:endParaRPr b="1" sz="2000">
              <a:solidFill>
                <a:srgbClr val="F4CCCC"/>
              </a:solidFill>
              <a:latin typeface="Times New Roman"/>
              <a:ea typeface="Times New Roman"/>
              <a:cs typeface="Times New Roman"/>
              <a:sym typeface="Times New Roman"/>
            </a:endParaRPr>
          </a:p>
        </p:txBody>
      </p:sp>
      <p:sp>
        <p:nvSpPr>
          <p:cNvPr id="47" name="Google Shape;47;p1"/>
          <p:cNvSpPr txBox="1"/>
          <p:nvPr/>
        </p:nvSpPr>
        <p:spPr>
          <a:xfrm>
            <a:off x="2644350" y="5665375"/>
            <a:ext cx="6785100" cy="80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000">
                <a:solidFill>
                  <a:schemeClr val="lt1"/>
                </a:solidFill>
                <a:latin typeface="Times New Roman"/>
                <a:ea typeface="Times New Roman"/>
                <a:cs typeface="Times New Roman"/>
                <a:sym typeface="Times New Roman"/>
              </a:rPr>
              <a:t>Department of Electronics and Communication Engineering</a:t>
            </a:r>
            <a:endParaRPr b="1" sz="20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b="1" lang="en-IN" sz="2000">
                <a:solidFill>
                  <a:schemeClr val="lt1"/>
                </a:solidFill>
                <a:latin typeface="Times New Roman"/>
                <a:ea typeface="Times New Roman"/>
                <a:cs typeface="Times New Roman"/>
                <a:sym typeface="Times New Roman"/>
              </a:rPr>
              <a:t>Chaitanya Bharathi Institute of Technology, Hyderabad</a:t>
            </a:r>
            <a:endParaRPr b="1" sz="2000">
              <a:solidFill>
                <a:schemeClr val="lt1"/>
              </a:solidFill>
              <a:latin typeface="Times New Roman"/>
              <a:ea typeface="Times New Roman"/>
              <a:cs typeface="Times New Roman"/>
              <a:sym typeface="Times New Roman"/>
            </a:endParaRPr>
          </a:p>
        </p:txBody>
      </p:sp>
      <p:sp>
        <p:nvSpPr>
          <p:cNvPr id="48" name="Google Shape;48;p1"/>
          <p:cNvSpPr txBox="1"/>
          <p:nvPr/>
        </p:nvSpPr>
        <p:spPr>
          <a:xfrm>
            <a:off x="0" y="1830825"/>
            <a:ext cx="12192000" cy="692700"/>
          </a:xfrm>
          <a:prstGeom prst="rect">
            <a:avLst/>
          </a:prstGeom>
          <a:noFill/>
          <a:ln>
            <a:noFill/>
          </a:ln>
        </p:spPr>
        <p:txBody>
          <a:bodyPr anchorCtr="0" anchor="t" bIns="91425" lIns="91425" spcFirstLastPara="1" rIns="91425" wrap="square" tIns="91425">
            <a:spAutoFit/>
          </a:bodyPr>
          <a:lstStyle/>
          <a:p>
            <a:pPr indent="0" lvl="0" marL="0" marR="5080" rtl="0" algn="ctr">
              <a:lnSpc>
                <a:spcPct val="108333"/>
              </a:lnSpc>
              <a:spcBef>
                <a:spcPts val="0"/>
              </a:spcBef>
              <a:spcAft>
                <a:spcPts val="0"/>
              </a:spcAft>
              <a:buNone/>
            </a:pPr>
            <a:r>
              <a:rPr b="1" lang="en-IN" sz="3300">
                <a:solidFill>
                  <a:srgbClr val="FFF2CC"/>
                </a:solidFill>
                <a:latin typeface="Comic Sans MS"/>
                <a:ea typeface="Comic Sans MS"/>
                <a:cs typeface="Comic Sans MS"/>
                <a:sym typeface="Comic Sans MS"/>
              </a:rPr>
              <a:t>TEAM CARECRAFT</a:t>
            </a:r>
            <a:endParaRPr sz="3300">
              <a:solidFill>
                <a:srgbClr val="FFF2CC"/>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52" name="Shape 52"/>
        <p:cNvGrpSpPr/>
        <p:nvPr/>
      </p:nvGrpSpPr>
      <p:grpSpPr>
        <a:xfrm>
          <a:off x="0" y="0"/>
          <a:ext cx="0" cy="0"/>
          <a:chOff x="0" y="0"/>
          <a:chExt cx="0" cy="0"/>
        </a:xfrm>
      </p:grpSpPr>
      <p:sp>
        <p:nvSpPr>
          <p:cNvPr id="53" name="Google Shape;53;p2"/>
          <p:cNvSpPr txBox="1"/>
          <p:nvPr/>
        </p:nvSpPr>
        <p:spPr>
          <a:xfrm>
            <a:off x="6010986" y="6472554"/>
            <a:ext cx="1557655" cy="156068"/>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b="1" lang="en-IN" sz="1200">
                <a:solidFill>
                  <a:srgbClr val="44536A"/>
                </a:solidFill>
                <a:latin typeface="Calibri"/>
                <a:ea typeface="Calibri"/>
                <a:cs typeface="Calibri"/>
                <a:sym typeface="Calibri"/>
              </a:rPr>
              <a:t>T</a:t>
            </a:r>
            <a:endParaRPr sz="1200">
              <a:latin typeface="Calibri"/>
              <a:ea typeface="Calibri"/>
              <a:cs typeface="Calibri"/>
              <a:sym typeface="Calibri"/>
            </a:endParaRPr>
          </a:p>
        </p:txBody>
      </p:sp>
      <p:sp>
        <p:nvSpPr>
          <p:cNvPr id="54" name="Google Shape;54;p2"/>
          <p:cNvSpPr txBox="1"/>
          <p:nvPr>
            <p:ph idx="12" type="sldNum"/>
          </p:nvPr>
        </p:nvSpPr>
        <p:spPr>
          <a:xfrm>
            <a:off x="11101451" y="6472554"/>
            <a:ext cx="215900"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t>‹#›</a:t>
            </a:fld>
            <a:endParaRPr/>
          </a:p>
        </p:txBody>
      </p:sp>
      <p:sp>
        <p:nvSpPr>
          <p:cNvPr id="55" name="Google Shape;55;p2"/>
          <p:cNvSpPr txBox="1"/>
          <p:nvPr>
            <p:ph type="title"/>
          </p:nvPr>
        </p:nvSpPr>
        <p:spPr>
          <a:xfrm>
            <a:off x="597775" y="119381"/>
            <a:ext cx="10356900" cy="1109400"/>
          </a:xfrm>
          <a:prstGeom prst="rect">
            <a:avLst/>
          </a:prstGeom>
          <a:noFill/>
          <a:ln>
            <a:noFill/>
          </a:ln>
        </p:spPr>
        <p:txBody>
          <a:bodyPr anchorCtr="0" anchor="t" bIns="0" lIns="0" spcFirstLastPara="1" rIns="0" wrap="square" tIns="427725">
            <a:spAutoFit/>
          </a:bodyPr>
          <a:lstStyle/>
          <a:p>
            <a:pPr indent="0" lvl="0" marL="12700" rtl="0" algn="l">
              <a:lnSpc>
                <a:spcPct val="100000"/>
              </a:lnSpc>
              <a:spcBef>
                <a:spcPts val="0"/>
              </a:spcBef>
              <a:spcAft>
                <a:spcPts val="0"/>
              </a:spcAft>
              <a:buNone/>
            </a:pPr>
            <a:r>
              <a:rPr b="1" lang="en-IN">
                <a:solidFill>
                  <a:srgbClr val="F4CCCC"/>
                </a:solidFill>
                <a:latin typeface="Comic Sans MS"/>
                <a:ea typeface="Comic Sans MS"/>
                <a:cs typeface="Comic Sans MS"/>
                <a:sym typeface="Comic Sans MS"/>
              </a:rPr>
              <a:t>Problem Statement</a:t>
            </a:r>
            <a:r>
              <a:rPr b="1" lang="en-IN">
                <a:solidFill>
                  <a:srgbClr val="F4CCCC"/>
                </a:solidFill>
                <a:latin typeface="Comic Sans MS"/>
                <a:ea typeface="Comic Sans MS"/>
                <a:cs typeface="Comic Sans MS"/>
                <a:sym typeface="Comic Sans MS"/>
              </a:rPr>
              <a:t>:</a:t>
            </a:r>
            <a:endParaRPr b="1">
              <a:solidFill>
                <a:srgbClr val="F4CCCC"/>
              </a:solidFill>
              <a:latin typeface="Comic Sans MS"/>
              <a:ea typeface="Comic Sans MS"/>
              <a:cs typeface="Comic Sans MS"/>
              <a:sym typeface="Comic Sans MS"/>
            </a:endParaRPr>
          </a:p>
        </p:txBody>
      </p:sp>
      <p:sp>
        <p:nvSpPr>
          <p:cNvPr id="56" name="Google Shape;56;p2"/>
          <p:cNvSpPr txBox="1"/>
          <p:nvPr>
            <p:ph idx="1" type="body"/>
          </p:nvPr>
        </p:nvSpPr>
        <p:spPr>
          <a:xfrm>
            <a:off x="597775" y="1399225"/>
            <a:ext cx="11008500" cy="4704900"/>
          </a:xfrm>
          <a:prstGeom prst="rect">
            <a:avLst/>
          </a:prstGeom>
          <a:noFill/>
          <a:ln cap="flat" cmpd="sng" w="19050">
            <a:solidFill>
              <a:srgbClr val="F4CCCC"/>
            </a:solidFill>
            <a:prstDash val="solid"/>
            <a:round/>
            <a:headEnd len="sm" w="sm" type="none"/>
            <a:tailEnd len="sm" w="sm" type="none"/>
          </a:ln>
        </p:spPr>
        <p:txBody>
          <a:bodyPr anchorCtr="0" anchor="t" bIns="0" lIns="0" spcFirstLastPara="1" rIns="0" wrap="square" tIns="12050">
            <a:spAutoFit/>
          </a:bodyPr>
          <a:lstStyle/>
          <a:p>
            <a:pPr indent="0" lvl="0" marL="0" marR="5080" rtl="0" algn="just">
              <a:lnSpc>
                <a:spcPct val="150200"/>
              </a:lnSpc>
              <a:spcBef>
                <a:spcPts val="0"/>
              </a:spcBef>
              <a:spcAft>
                <a:spcPts val="0"/>
              </a:spcAft>
              <a:buNone/>
            </a:pPr>
            <a:r>
              <a:rPr lang="en-IN" sz="2100">
                <a:solidFill>
                  <a:schemeClr val="lt1"/>
                </a:solidFill>
                <a:latin typeface="Times New Roman"/>
                <a:ea typeface="Times New Roman"/>
                <a:cs typeface="Times New Roman"/>
                <a:sym typeface="Times New Roman"/>
              </a:rPr>
              <a:t>In today’s healthcare systems, continuous real-time monitoring of patient vitals is still limited, expensive, and often delayed.</a:t>
            </a:r>
            <a:endParaRPr sz="2100">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t/>
            </a:r>
            <a:endParaRPr sz="2100">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rPr b="1" lang="en-IN" sz="2100">
                <a:solidFill>
                  <a:schemeClr val="lt1"/>
                </a:solidFill>
                <a:latin typeface="Times New Roman"/>
                <a:ea typeface="Times New Roman"/>
                <a:cs typeface="Times New Roman"/>
                <a:sym typeface="Times New Roman"/>
              </a:rPr>
              <a:t>Most existing solutions suffer from:</a:t>
            </a:r>
            <a:endParaRPr b="1" sz="2100">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t/>
            </a:r>
            <a:endParaRPr sz="2100">
              <a:solidFill>
                <a:schemeClr val="lt1"/>
              </a:solidFill>
              <a:latin typeface="Times New Roman"/>
              <a:ea typeface="Times New Roman"/>
              <a:cs typeface="Times New Roman"/>
              <a:sym typeface="Times New Roman"/>
            </a:endParaRPr>
          </a:p>
          <a:p>
            <a:pPr indent="-323850" lvl="0" marL="457200" marR="5080" rtl="0" algn="just">
              <a:lnSpc>
                <a:spcPct val="150200"/>
              </a:lnSpc>
              <a:spcBef>
                <a:spcPts val="0"/>
              </a:spcBef>
              <a:spcAft>
                <a:spcPts val="0"/>
              </a:spcAft>
              <a:buClr>
                <a:schemeClr val="lt1"/>
              </a:buClr>
              <a:buSzPts val="1500"/>
              <a:buFont typeface="Times New Roman"/>
              <a:buAutoNum type="arabicPeriod"/>
            </a:pPr>
            <a:r>
              <a:rPr lang="en-IN" sz="2100">
                <a:solidFill>
                  <a:schemeClr val="lt1"/>
                </a:solidFill>
                <a:latin typeface="Times New Roman"/>
                <a:ea typeface="Times New Roman"/>
                <a:cs typeface="Times New Roman"/>
                <a:sym typeface="Times New Roman"/>
              </a:rPr>
              <a:t>Delayed detection of critical conditions</a:t>
            </a:r>
            <a:endParaRPr sz="2100">
              <a:solidFill>
                <a:schemeClr val="lt1"/>
              </a:solidFill>
              <a:latin typeface="Times New Roman"/>
              <a:ea typeface="Times New Roman"/>
              <a:cs typeface="Times New Roman"/>
              <a:sym typeface="Times New Roman"/>
            </a:endParaRPr>
          </a:p>
          <a:p>
            <a:pPr indent="-323850" lvl="0" marL="457200" marR="5080" rtl="0" algn="just">
              <a:lnSpc>
                <a:spcPct val="150200"/>
              </a:lnSpc>
              <a:spcBef>
                <a:spcPts val="0"/>
              </a:spcBef>
              <a:spcAft>
                <a:spcPts val="0"/>
              </a:spcAft>
              <a:buClr>
                <a:schemeClr val="lt1"/>
              </a:buClr>
              <a:buSzPts val="1500"/>
              <a:buFont typeface="Times New Roman"/>
              <a:buAutoNum type="arabicPeriod"/>
            </a:pPr>
            <a:r>
              <a:rPr lang="en-IN" sz="2100">
                <a:solidFill>
                  <a:schemeClr val="lt1"/>
                </a:solidFill>
                <a:latin typeface="Times New Roman"/>
                <a:ea typeface="Times New Roman"/>
                <a:cs typeface="Times New Roman"/>
                <a:sym typeface="Times New Roman"/>
              </a:rPr>
              <a:t> Dependence on manual supervision</a:t>
            </a:r>
            <a:endParaRPr sz="2100">
              <a:solidFill>
                <a:schemeClr val="lt1"/>
              </a:solidFill>
              <a:latin typeface="Times New Roman"/>
              <a:ea typeface="Times New Roman"/>
              <a:cs typeface="Times New Roman"/>
              <a:sym typeface="Times New Roman"/>
            </a:endParaRPr>
          </a:p>
          <a:p>
            <a:pPr indent="-323850" lvl="0" marL="457200" marR="5080" rtl="0" algn="just">
              <a:lnSpc>
                <a:spcPct val="150200"/>
              </a:lnSpc>
              <a:spcBef>
                <a:spcPts val="0"/>
              </a:spcBef>
              <a:spcAft>
                <a:spcPts val="0"/>
              </a:spcAft>
              <a:buClr>
                <a:schemeClr val="lt1"/>
              </a:buClr>
              <a:buSzPts val="1500"/>
              <a:buFont typeface="Times New Roman"/>
              <a:buAutoNum type="arabicPeriod"/>
            </a:pPr>
            <a:r>
              <a:rPr lang="en-IN" sz="2100">
                <a:solidFill>
                  <a:schemeClr val="lt1"/>
                </a:solidFill>
                <a:latin typeface="Times New Roman"/>
                <a:ea typeface="Times New Roman"/>
                <a:cs typeface="Times New Roman"/>
                <a:sym typeface="Times New Roman"/>
              </a:rPr>
              <a:t>High-cost hospital monitoring systems</a:t>
            </a:r>
            <a:endParaRPr sz="2100">
              <a:solidFill>
                <a:schemeClr val="lt1"/>
              </a:solidFill>
              <a:latin typeface="Times New Roman"/>
              <a:ea typeface="Times New Roman"/>
              <a:cs typeface="Times New Roman"/>
              <a:sym typeface="Times New Roman"/>
            </a:endParaRPr>
          </a:p>
          <a:p>
            <a:pPr indent="-323850" lvl="0" marL="457200" marR="5080" rtl="0" algn="just">
              <a:lnSpc>
                <a:spcPct val="150200"/>
              </a:lnSpc>
              <a:spcBef>
                <a:spcPts val="0"/>
              </a:spcBef>
              <a:spcAft>
                <a:spcPts val="0"/>
              </a:spcAft>
              <a:buClr>
                <a:schemeClr val="lt1"/>
              </a:buClr>
              <a:buSzPts val="1500"/>
              <a:buFont typeface="Times New Roman"/>
              <a:buAutoNum type="arabicPeriod"/>
            </a:pPr>
            <a:r>
              <a:rPr lang="en-IN" sz="2100">
                <a:solidFill>
                  <a:schemeClr val="lt1"/>
                </a:solidFill>
                <a:latin typeface="Times New Roman"/>
                <a:ea typeface="Times New Roman"/>
                <a:cs typeface="Times New Roman"/>
                <a:sym typeface="Times New Roman"/>
              </a:rPr>
              <a:t>Limited ability to monitor multiple patients simultaneously</a:t>
            </a:r>
            <a:endParaRPr sz="2100">
              <a:solidFill>
                <a:schemeClr val="lt1"/>
              </a:solidFill>
              <a:latin typeface="Times New Roman"/>
              <a:ea typeface="Times New Roman"/>
              <a:cs typeface="Times New Roman"/>
              <a:sym typeface="Times New Roman"/>
            </a:endParaRPr>
          </a:p>
          <a:p>
            <a:pPr indent="-323850" lvl="0" marL="457200" marR="5080" rtl="0" algn="just">
              <a:lnSpc>
                <a:spcPct val="150200"/>
              </a:lnSpc>
              <a:spcBef>
                <a:spcPts val="0"/>
              </a:spcBef>
              <a:spcAft>
                <a:spcPts val="0"/>
              </a:spcAft>
              <a:buClr>
                <a:schemeClr val="lt1"/>
              </a:buClr>
              <a:buSzPts val="1500"/>
              <a:buFont typeface="Times New Roman"/>
              <a:buAutoNum type="arabicPeriod"/>
            </a:pPr>
            <a:r>
              <a:rPr lang="en-IN" sz="2100">
                <a:solidFill>
                  <a:schemeClr val="lt1"/>
                </a:solidFill>
                <a:latin typeface="Times New Roman"/>
                <a:ea typeface="Times New Roman"/>
                <a:cs typeface="Times New Roman"/>
                <a:sym typeface="Times New Roman"/>
              </a:rPr>
              <a:t>Reliance on software/cloud processing, causing latency</a:t>
            </a:r>
            <a:endParaRPr sz="2100">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3"/>
          <p:cNvSpPr txBox="1"/>
          <p:nvPr>
            <p:ph idx="12" type="sldNum"/>
          </p:nvPr>
        </p:nvSpPr>
        <p:spPr>
          <a:xfrm>
            <a:off x="11101451" y="6472554"/>
            <a:ext cx="2160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62" name="Google Shape;62;p3"/>
          <p:cNvSpPr txBox="1"/>
          <p:nvPr>
            <p:ph type="title"/>
          </p:nvPr>
        </p:nvSpPr>
        <p:spPr>
          <a:xfrm>
            <a:off x="917575" y="198056"/>
            <a:ext cx="10356900" cy="1109400"/>
          </a:xfrm>
          <a:prstGeom prst="rect">
            <a:avLst/>
          </a:prstGeom>
          <a:noFill/>
          <a:ln>
            <a:noFill/>
          </a:ln>
        </p:spPr>
        <p:txBody>
          <a:bodyPr anchorCtr="0" anchor="t" bIns="0" lIns="0" spcFirstLastPara="1" rIns="0" wrap="square" tIns="427725">
            <a:spAutoFit/>
          </a:bodyPr>
          <a:lstStyle/>
          <a:p>
            <a:pPr indent="0" lvl="0" marL="0" rtl="0" algn="l">
              <a:lnSpc>
                <a:spcPct val="100000"/>
              </a:lnSpc>
              <a:spcBef>
                <a:spcPts val="0"/>
              </a:spcBef>
              <a:spcAft>
                <a:spcPts val="0"/>
              </a:spcAft>
              <a:buNone/>
            </a:pPr>
            <a:r>
              <a:rPr lang="en-IN">
                <a:solidFill>
                  <a:srgbClr val="F4CCCC"/>
                </a:solidFill>
                <a:latin typeface="Comic Sans MS"/>
                <a:ea typeface="Comic Sans MS"/>
                <a:cs typeface="Comic Sans MS"/>
                <a:sym typeface="Comic Sans MS"/>
              </a:rPr>
              <a:t>Why This Problem Matters</a:t>
            </a:r>
            <a:r>
              <a:rPr lang="en-IN">
                <a:solidFill>
                  <a:srgbClr val="F4CCCC"/>
                </a:solidFill>
                <a:latin typeface="Comic Sans MS"/>
                <a:ea typeface="Comic Sans MS"/>
                <a:cs typeface="Comic Sans MS"/>
                <a:sym typeface="Comic Sans MS"/>
              </a:rPr>
              <a:t>:</a:t>
            </a:r>
            <a:endParaRPr>
              <a:solidFill>
                <a:srgbClr val="F4CCCC"/>
              </a:solidFill>
              <a:latin typeface="Comic Sans MS"/>
              <a:ea typeface="Comic Sans MS"/>
              <a:cs typeface="Comic Sans MS"/>
              <a:sym typeface="Comic Sans MS"/>
            </a:endParaRPr>
          </a:p>
        </p:txBody>
      </p:sp>
      <p:sp>
        <p:nvSpPr>
          <p:cNvPr id="63" name="Google Shape;63;p3"/>
          <p:cNvSpPr txBox="1"/>
          <p:nvPr>
            <p:ph idx="1" type="body"/>
          </p:nvPr>
        </p:nvSpPr>
        <p:spPr>
          <a:xfrm>
            <a:off x="911550" y="1649308"/>
            <a:ext cx="10368900" cy="4481400"/>
          </a:xfrm>
          <a:prstGeom prst="rect">
            <a:avLst/>
          </a:prstGeom>
          <a:noFill/>
          <a:ln>
            <a:noFill/>
          </a:ln>
        </p:spPr>
        <p:txBody>
          <a:bodyPr anchorCtr="0" anchor="t" bIns="0" lIns="0" spcFirstLastPara="1" rIns="0" wrap="square" tIns="12050">
            <a:spAutoFit/>
          </a:bodyPr>
          <a:lstStyle/>
          <a:p>
            <a:pPr indent="0" lvl="0" marL="0" marR="5080" rtl="0" algn="just">
              <a:lnSpc>
                <a:spcPct val="150200"/>
              </a:lnSpc>
              <a:spcBef>
                <a:spcPts val="0"/>
              </a:spcBef>
              <a:spcAft>
                <a:spcPts val="0"/>
              </a:spcAft>
              <a:buNone/>
            </a:pPr>
            <a:r>
              <a:rPr b="1" lang="en-IN">
                <a:solidFill>
                  <a:schemeClr val="lt1"/>
                </a:solidFill>
                <a:latin typeface="Times New Roman"/>
                <a:ea typeface="Times New Roman"/>
                <a:cs typeface="Times New Roman"/>
                <a:sym typeface="Times New Roman"/>
              </a:rPr>
              <a:t>Importance of Real-Time Monitoring</a:t>
            </a:r>
            <a:endParaRPr b="1">
              <a:solidFill>
                <a:schemeClr val="lt1"/>
              </a:solidFill>
              <a:latin typeface="Times New Roman"/>
              <a:ea typeface="Times New Roman"/>
              <a:cs typeface="Times New Roman"/>
              <a:sym typeface="Times New Roman"/>
            </a:endParaRPr>
          </a:p>
          <a:p>
            <a:pPr indent="-127000" lvl="0" marL="0" marR="5080" rtl="0" algn="just">
              <a:lnSpc>
                <a:spcPct val="150200"/>
              </a:lnSpc>
              <a:spcBef>
                <a:spcPts val="0"/>
              </a:spcBef>
              <a:spcAft>
                <a:spcPts val="0"/>
              </a:spcAft>
              <a:buClr>
                <a:schemeClr val="lt1"/>
              </a:buClr>
              <a:buSzPts val="2000"/>
              <a:buAutoNum type="arabicPeriod"/>
            </a:pPr>
            <a:r>
              <a:rPr lang="en-IN">
                <a:solidFill>
                  <a:schemeClr val="lt1"/>
                </a:solidFill>
                <a:latin typeface="Times New Roman"/>
                <a:ea typeface="Times New Roman"/>
                <a:cs typeface="Times New Roman"/>
                <a:sym typeface="Times New Roman"/>
              </a:rPr>
              <a:t>Healthcare emergencies require immediate response.</a:t>
            </a:r>
            <a:endParaRPr>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t/>
            </a:r>
            <a:endParaRPr>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rPr b="1" lang="en-IN">
                <a:solidFill>
                  <a:schemeClr val="lt1"/>
                </a:solidFill>
                <a:latin typeface="Times New Roman"/>
                <a:ea typeface="Times New Roman"/>
                <a:cs typeface="Times New Roman"/>
                <a:sym typeface="Times New Roman"/>
              </a:rPr>
              <a:t>Statistics</a:t>
            </a:r>
            <a:r>
              <a:rPr lang="en-IN">
                <a:solidFill>
                  <a:schemeClr val="lt1"/>
                </a:solidFill>
                <a:latin typeface="Times New Roman"/>
                <a:ea typeface="Times New Roman"/>
                <a:cs typeface="Times New Roman"/>
                <a:sym typeface="Times New Roman"/>
              </a:rPr>
              <a:t>:</a:t>
            </a:r>
            <a:endParaRPr>
              <a:solidFill>
                <a:schemeClr val="lt1"/>
              </a:solidFill>
              <a:latin typeface="Times New Roman"/>
              <a:ea typeface="Times New Roman"/>
              <a:cs typeface="Times New Roman"/>
              <a:sym typeface="Times New Roman"/>
            </a:endParaRPr>
          </a:p>
          <a:p>
            <a:pPr indent="-127000" lvl="0" marL="0" marR="5080" rtl="0" algn="just">
              <a:lnSpc>
                <a:spcPct val="150200"/>
              </a:lnSpc>
              <a:spcBef>
                <a:spcPts val="0"/>
              </a:spcBef>
              <a:spcAft>
                <a:spcPts val="0"/>
              </a:spcAft>
              <a:buClr>
                <a:schemeClr val="lt1"/>
              </a:buClr>
              <a:buSzPts val="2000"/>
              <a:buAutoNum type="arabicPeriod"/>
            </a:pPr>
            <a:r>
              <a:rPr lang="en-IN">
                <a:solidFill>
                  <a:schemeClr val="lt1"/>
                </a:solidFill>
                <a:latin typeface="Times New Roman"/>
                <a:ea typeface="Times New Roman"/>
                <a:cs typeface="Times New Roman"/>
                <a:sym typeface="Times New Roman"/>
              </a:rPr>
              <a:t>Heart disease causes 17.9 million deaths every year (WHO)</a:t>
            </a:r>
            <a:endParaRPr>
              <a:solidFill>
                <a:schemeClr val="lt1"/>
              </a:solidFill>
              <a:latin typeface="Times New Roman"/>
              <a:ea typeface="Times New Roman"/>
              <a:cs typeface="Times New Roman"/>
              <a:sym typeface="Times New Roman"/>
            </a:endParaRPr>
          </a:p>
          <a:p>
            <a:pPr indent="-127000" lvl="0" marL="0" marR="5080" rtl="0" algn="just">
              <a:lnSpc>
                <a:spcPct val="150200"/>
              </a:lnSpc>
              <a:spcBef>
                <a:spcPts val="0"/>
              </a:spcBef>
              <a:spcAft>
                <a:spcPts val="0"/>
              </a:spcAft>
              <a:buClr>
                <a:schemeClr val="lt1"/>
              </a:buClr>
              <a:buSzPts val="2000"/>
              <a:buAutoNum type="arabicPeriod"/>
            </a:pPr>
            <a:r>
              <a:rPr lang="en-IN">
                <a:solidFill>
                  <a:schemeClr val="lt1"/>
                </a:solidFill>
                <a:latin typeface="Times New Roman"/>
                <a:ea typeface="Times New Roman"/>
                <a:cs typeface="Times New Roman"/>
                <a:sym typeface="Times New Roman"/>
              </a:rPr>
              <a:t>Many critical cases occur due to late detection of vital changes</a:t>
            </a:r>
            <a:endParaRPr>
              <a:solidFill>
                <a:schemeClr val="lt1"/>
              </a:solidFill>
              <a:latin typeface="Times New Roman"/>
              <a:ea typeface="Times New Roman"/>
              <a:cs typeface="Times New Roman"/>
              <a:sym typeface="Times New Roman"/>
            </a:endParaRPr>
          </a:p>
          <a:p>
            <a:pPr indent="-127000" lvl="0" marL="0" marR="5080" rtl="0" algn="just">
              <a:lnSpc>
                <a:spcPct val="150200"/>
              </a:lnSpc>
              <a:spcBef>
                <a:spcPts val="0"/>
              </a:spcBef>
              <a:spcAft>
                <a:spcPts val="0"/>
              </a:spcAft>
              <a:buClr>
                <a:schemeClr val="lt1"/>
              </a:buClr>
              <a:buSzPts val="2000"/>
              <a:buAutoNum type="arabicPeriod"/>
            </a:pPr>
            <a:r>
              <a:rPr lang="en-IN">
                <a:solidFill>
                  <a:schemeClr val="lt1"/>
                </a:solidFill>
                <a:latin typeface="Times New Roman"/>
                <a:ea typeface="Times New Roman"/>
                <a:cs typeface="Times New Roman"/>
                <a:sym typeface="Times New Roman"/>
              </a:rPr>
              <a:t>If abnormal vital signs are detected early, emergency response can save lives.</a:t>
            </a:r>
            <a:endParaRPr>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t/>
            </a:r>
            <a:endParaRPr>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rPr b="1" lang="en-IN">
                <a:solidFill>
                  <a:schemeClr val="lt1"/>
                </a:solidFill>
                <a:latin typeface="Times New Roman"/>
                <a:ea typeface="Times New Roman"/>
                <a:cs typeface="Times New Roman"/>
                <a:sym typeface="Times New Roman"/>
              </a:rPr>
              <a:t>Even a few seconds of delay in detecting abnormal conditions can lead to severe consequences.</a:t>
            </a:r>
            <a:endParaRPr b="1">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Google Shape;68;p7"/>
          <p:cNvSpPr txBox="1"/>
          <p:nvPr>
            <p:ph idx="12" type="sldNum"/>
          </p:nvPr>
        </p:nvSpPr>
        <p:spPr>
          <a:xfrm>
            <a:off x="11101451" y="6472554"/>
            <a:ext cx="2160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69" name="Google Shape;69;p7"/>
          <p:cNvSpPr txBox="1"/>
          <p:nvPr>
            <p:ph type="title"/>
          </p:nvPr>
        </p:nvSpPr>
        <p:spPr>
          <a:xfrm>
            <a:off x="766475" y="818000"/>
            <a:ext cx="7716900" cy="63240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en-IN" sz="4000">
                <a:solidFill>
                  <a:srgbClr val="F4CCCC"/>
                </a:solidFill>
                <a:latin typeface="Comic Sans MS"/>
                <a:ea typeface="Comic Sans MS"/>
                <a:cs typeface="Comic Sans MS"/>
                <a:sym typeface="Comic Sans MS"/>
              </a:rPr>
              <a:t>Existing Design - Limitations</a:t>
            </a:r>
            <a:endParaRPr sz="4000">
              <a:solidFill>
                <a:srgbClr val="F4CCCC"/>
              </a:solidFill>
              <a:latin typeface="Comic Sans MS"/>
              <a:ea typeface="Comic Sans MS"/>
              <a:cs typeface="Comic Sans MS"/>
              <a:sym typeface="Comic Sans MS"/>
            </a:endParaRPr>
          </a:p>
        </p:txBody>
      </p:sp>
      <p:sp>
        <p:nvSpPr>
          <p:cNvPr id="70" name="Google Shape;70;p7"/>
          <p:cNvSpPr txBox="1"/>
          <p:nvPr/>
        </p:nvSpPr>
        <p:spPr>
          <a:xfrm>
            <a:off x="840875" y="4513200"/>
            <a:ext cx="98979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IN" sz="2400">
                <a:solidFill>
                  <a:schemeClr val="lt1"/>
                </a:solidFill>
                <a:latin typeface="Times New Roman"/>
                <a:ea typeface="Times New Roman"/>
                <a:cs typeface="Times New Roman"/>
                <a:sym typeface="Times New Roman"/>
              </a:rPr>
              <a:t>Most systems rely on software processing instead of hardware  acceleration.</a:t>
            </a:r>
            <a:endParaRPr sz="2400">
              <a:solidFill>
                <a:schemeClr val="lt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aphicFrame>
        <p:nvGraphicFramePr>
          <p:cNvPr id="71" name="Google Shape;71;p7"/>
          <p:cNvGraphicFramePr/>
          <p:nvPr/>
        </p:nvGraphicFramePr>
        <p:xfrm>
          <a:off x="952500" y="2243675"/>
          <a:ext cx="3000000" cy="3000000"/>
        </p:xfrm>
        <a:graphic>
          <a:graphicData uri="http://schemas.openxmlformats.org/drawingml/2006/table">
            <a:tbl>
              <a:tblPr>
                <a:noFill/>
                <a:tableStyleId>{1A44D6B0-7A6F-46E4-8F7F-A3BB49038FBB}</a:tableStyleId>
              </a:tblPr>
              <a:tblGrid>
                <a:gridCol w="5143500"/>
                <a:gridCol w="5143500"/>
              </a:tblGrid>
              <a:tr h="619575">
                <a:tc>
                  <a:txBody>
                    <a:bodyPr/>
                    <a:lstStyle/>
                    <a:p>
                      <a:pPr indent="0" lvl="0" marL="457200" rtl="0" algn="l">
                        <a:spcBef>
                          <a:spcPts val="0"/>
                        </a:spcBef>
                        <a:spcAft>
                          <a:spcPts val="0"/>
                        </a:spcAft>
                        <a:buClr>
                          <a:schemeClr val="dk1"/>
                        </a:buClr>
                        <a:buSzPts val="1100"/>
                        <a:buFont typeface="Arial"/>
                        <a:buNone/>
                      </a:pPr>
                      <a:r>
                        <a:rPr lang="en-IN" sz="2000">
                          <a:solidFill>
                            <a:schemeClr val="lt1"/>
                          </a:solidFill>
                          <a:latin typeface="Times New Roman"/>
                          <a:ea typeface="Times New Roman"/>
                          <a:cs typeface="Times New Roman"/>
                          <a:sym typeface="Times New Roman"/>
                        </a:rPr>
                        <a:t>Wearable Devices</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457200" rtl="0" algn="l">
                        <a:spcBef>
                          <a:spcPts val="0"/>
                        </a:spcBef>
                        <a:spcAft>
                          <a:spcPts val="0"/>
                        </a:spcAft>
                        <a:buClr>
                          <a:schemeClr val="dk1"/>
                        </a:buClr>
                        <a:buSzPts val="1100"/>
                        <a:buFont typeface="Arial"/>
                        <a:buNone/>
                      </a:pPr>
                      <a:r>
                        <a:rPr lang="en-IN" sz="2000">
                          <a:solidFill>
                            <a:schemeClr val="lt1"/>
                          </a:solidFill>
                          <a:latin typeface="Times New Roman"/>
                          <a:ea typeface="Times New Roman"/>
                          <a:cs typeface="Times New Roman"/>
                          <a:sym typeface="Times New Roman"/>
                        </a:rPr>
                        <a:t>Depend on cloud processing</a:t>
                      </a:r>
                      <a:endParaRPr sz="20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431000">
                <a:tc>
                  <a:txBody>
                    <a:bodyPr/>
                    <a:lstStyle/>
                    <a:p>
                      <a:pPr indent="0" lvl="0" marL="457200" rtl="0" algn="l">
                        <a:spcBef>
                          <a:spcPts val="0"/>
                        </a:spcBef>
                        <a:spcAft>
                          <a:spcPts val="0"/>
                        </a:spcAft>
                        <a:buClr>
                          <a:schemeClr val="dk1"/>
                        </a:buClr>
                        <a:buSzPts val="1100"/>
                        <a:buFont typeface="Arial"/>
                        <a:buNone/>
                      </a:pPr>
                      <a:r>
                        <a:rPr lang="en-IN" sz="2000">
                          <a:solidFill>
                            <a:schemeClr val="lt1"/>
                          </a:solidFill>
                          <a:latin typeface="Times New Roman"/>
                          <a:ea typeface="Times New Roman"/>
                          <a:cs typeface="Times New Roman"/>
                          <a:sym typeface="Times New Roman"/>
                        </a:rPr>
                        <a:t>Hospital Monitors</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457200" rtl="0" algn="l">
                        <a:spcBef>
                          <a:spcPts val="0"/>
                        </a:spcBef>
                        <a:spcAft>
                          <a:spcPts val="0"/>
                        </a:spcAft>
                        <a:buClr>
                          <a:schemeClr val="dk1"/>
                        </a:buClr>
                        <a:buSzPts val="1100"/>
                        <a:buFont typeface="Arial"/>
                        <a:buNone/>
                      </a:pPr>
                      <a:r>
                        <a:rPr lang="en-IN" sz="2000">
                          <a:solidFill>
                            <a:schemeClr val="lt1"/>
                          </a:solidFill>
                          <a:latin typeface="Times New Roman"/>
                          <a:ea typeface="Times New Roman"/>
                          <a:cs typeface="Times New Roman"/>
                          <a:sym typeface="Times New Roman"/>
                        </a:rPr>
                        <a:t>Expensive and bulky</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431000">
                <a:tc>
                  <a:txBody>
                    <a:bodyPr/>
                    <a:lstStyle/>
                    <a:p>
                      <a:pPr indent="0" lvl="0" marL="457200" rtl="0" algn="l">
                        <a:spcBef>
                          <a:spcPts val="0"/>
                        </a:spcBef>
                        <a:spcAft>
                          <a:spcPts val="0"/>
                        </a:spcAft>
                        <a:buClr>
                          <a:schemeClr val="dk1"/>
                        </a:buClr>
                        <a:buSzPts val="1100"/>
                        <a:buFont typeface="Arial"/>
                        <a:buNone/>
                      </a:pPr>
                      <a:r>
                        <a:rPr lang="en-IN" sz="2000">
                          <a:solidFill>
                            <a:schemeClr val="lt1"/>
                          </a:solidFill>
                          <a:latin typeface="Times New Roman"/>
                          <a:ea typeface="Times New Roman"/>
                          <a:cs typeface="Times New Roman"/>
                          <a:sym typeface="Times New Roman"/>
                        </a:rPr>
                        <a:t>Manual Monitoring	</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457200" rtl="0" algn="l">
                        <a:spcBef>
                          <a:spcPts val="0"/>
                        </a:spcBef>
                        <a:spcAft>
                          <a:spcPts val="0"/>
                        </a:spcAft>
                        <a:buClr>
                          <a:schemeClr val="dk1"/>
                        </a:buClr>
                        <a:buSzPts val="1100"/>
                        <a:buFont typeface="Arial"/>
                        <a:buNone/>
                      </a:pPr>
                      <a:r>
                        <a:rPr lang="en-IN" sz="2000">
                          <a:solidFill>
                            <a:schemeClr val="lt1"/>
                          </a:solidFill>
                          <a:latin typeface="Times New Roman"/>
                          <a:ea typeface="Times New Roman"/>
                          <a:cs typeface="Times New Roman"/>
                          <a:sym typeface="Times New Roman"/>
                        </a:rPr>
                        <a:t>  High risk of human error</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431000">
                <a:tc>
                  <a:txBody>
                    <a:bodyPr/>
                    <a:lstStyle/>
                    <a:p>
                      <a:pPr indent="0" lvl="0" marL="457200" rtl="0" algn="l">
                        <a:spcBef>
                          <a:spcPts val="0"/>
                        </a:spcBef>
                        <a:spcAft>
                          <a:spcPts val="0"/>
                        </a:spcAft>
                        <a:buClr>
                          <a:schemeClr val="dk1"/>
                        </a:buClr>
                        <a:buSzPts val="1100"/>
                        <a:buFont typeface="Arial"/>
                        <a:buNone/>
                      </a:pPr>
                      <a:r>
                        <a:rPr lang="en-IN" sz="2000">
                          <a:solidFill>
                            <a:schemeClr val="lt1"/>
                          </a:solidFill>
                          <a:latin typeface="Times New Roman"/>
                          <a:ea typeface="Times New Roman"/>
                          <a:cs typeface="Times New Roman"/>
                          <a:sym typeface="Times New Roman"/>
                        </a:rPr>
                        <a:t>Software Systems</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457200" rtl="0" algn="l">
                        <a:spcBef>
                          <a:spcPts val="0"/>
                        </a:spcBef>
                        <a:spcAft>
                          <a:spcPts val="0"/>
                        </a:spcAft>
                        <a:buNone/>
                      </a:pPr>
                      <a:r>
                        <a:rPr lang="en-IN" sz="2000">
                          <a:solidFill>
                            <a:schemeClr val="lt1"/>
                          </a:solidFill>
                          <a:latin typeface="Times New Roman"/>
                          <a:ea typeface="Times New Roman"/>
                          <a:cs typeface="Times New Roman"/>
                          <a:sym typeface="Times New Roman"/>
                        </a:rPr>
                        <a:t>   Slower response time</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4"/>
          <p:cNvSpPr txBox="1"/>
          <p:nvPr>
            <p:ph idx="12" type="sldNum"/>
          </p:nvPr>
        </p:nvSpPr>
        <p:spPr>
          <a:xfrm>
            <a:off x="11101451" y="6472554"/>
            <a:ext cx="2160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77" name="Google Shape;77;p4"/>
          <p:cNvSpPr txBox="1"/>
          <p:nvPr>
            <p:ph type="title"/>
          </p:nvPr>
        </p:nvSpPr>
        <p:spPr>
          <a:xfrm>
            <a:off x="917575" y="198056"/>
            <a:ext cx="10356900" cy="956700"/>
          </a:xfrm>
          <a:prstGeom prst="rect">
            <a:avLst/>
          </a:prstGeom>
          <a:noFill/>
          <a:ln>
            <a:noFill/>
          </a:ln>
        </p:spPr>
        <p:txBody>
          <a:bodyPr anchorCtr="0" anchor="t" bIns="0" lIns="0" spcFirstLastPara="1" rIns="0" wrap="square" tIns="276600">
            <a:spAutoFit/>
          </a:bodyPr>
          <a:lstStyle/>
          <a:p>
            <a:pPr indent="0" lvl="0" marL="136525" rtl="0" algn="l">
              <a:lnSpc>
                <a:spcPct val="100000"/>
              </a:lnSpc>
              <a:spcBef>
                <a:spcPts val="0"/>
              </a:spcBef>
              <a:spcAft>
                <a:spcPts val="0"/>
              </a:spcAft>
              <a:buNone/>
            </a:pPr>
            <a:r>
              <a:rPr lang="en-IN">
                <a:solidFill>
                  <a:srgbClr val="F4CCCC"/>
                </a:solidFill>
                <a:latin typeface="Comic Sans MS"/>
                <a:ea typeface="Comic Sans MS"/>
                <a:cs typeface="Comic Sans MS"/>
                <a:sym typeface="Comic Sans MS"/>
              </a:rPr>
              <a:t>P</a:t>
            </a:r>
            <a:r>
              <a:rPr lang="en-IN">
                <a:solidFill>
                  <a:srgbClr val="F4CCCC"/>
                </a:solidFill>
                <a:latin typeface="Comic Sans MS"/>
                <a:ea typeface="Comic Sans MS"/>
                <a:cs typeface="Comic Sans MS"/>
                <a:sym typeface="Comic Sans MS"/>
              </a:rPr>
              <a:t>rop</a:t>
            </a:r>
            <a:r>
              <a:rPr lang="en-IN">
                <a:solidFill>
                  <a:srgbClr val="F4CCCC"/>
                </a:solidFill>
                <a:latin typeface="Comic Sans MS"/>
                <a:ea typeface="Comic Sans MS"/>
                <a:cs typeface="Comic Sans MS"/>
                <a:sym typeface="Comic Sans MS"/>
              </a:rPr>
              <a:t>osed Solution:</a:t>
            </a:r>
            <a:endParaRPr>
              <a:solidFill>
                <a:srgbClr val="F4CCCC"/>
              </a:solidFill>
              <a:latin typeface="Comic Sans MS"/>
              <a:ea typeface="Comic Sans MS"/>
              <a:cs typeface="Comic Sans MS"/>
              <a:sym typeface="Comic Sans MS"/>
            </a:endParaRPr>
          </a:p>
        </p:txBody>
      </p:sp>
      <p:sp>
        <p:nvSpPr>
          <p:cNvPr id="78" name="Google Shape;78;p4"/>
          <p:cNvSpPr txBox="1"/>
          <p:nvPr/>
        </p:nvSpPr>
        <p:spPr>
          <a:xfrm>
            <a:off x="458625" y="1154750"/>
            <a:ext cx="10299000" cy="4019100"/>
          </a:xfrm>
          <a:prstGeom prst="rect">
            <a:avLst/>
          </a:prstGeom>
          <a:noFill/>
          <a:ln cap="flat" cmpd="sng" w="19050">
            <a:solidFill>
              <a:schemeClr val="lt1"/>
            </a:solidFill>
            <a:prstDash val="solid"/>
            <a:round/>
            <a:headEnd len="sm" w="sm" type="none"/>
            <a:tailEnd len="sm" w="sm" type="none"/>
          </a:ln>
        </p:spPr>
        <p:txBody>
          <a:bodyPr anchorCtr="0" anchor="t" bIns="0" lIns="0" spcFirstLastPara="1" rIns="0" wrap="square" tIns="12050">
            <a:spAutoFit/>
          </a:bodyPr>
          <a:lstStyle/>
          <a:p>
            <a:pPr indent="0" lvl="0" marL="0" marR="5080" rtl="0" algn="just">
              <a:lnSpc>
                <a:spcPct val="150200"/>
              </a:lnSpc>
              <a:spcBef>
                <a:spcPts val="0"/>
              </a:spcBef>
              <a:spcAft>
                <a:spcPts val="0"/>
              </a:spcAft>
              <a:buNone/>
            </a:pPr>
            <a:r>
              <a:rPr b="1" lang="en-IN" sz="2000">
                <a:solidFill>
                  <a:schemeClr val="lt1"/>
                </a:solidFill>
                <a:latin typeface="Times New Roman"/>
                <a:ea typeface="Times New Roman"/>
                <a:cs typeface="Times New Roman"/>
                <a:sym typeface="Times New Roman"/>
              </a:rPr>
              <a:t>Our Solution : </a:t>
            </a:r>
            <a:r>
              <a:rPr lang="en-IN" sz="2000">
                <a:solidFill>
                  <a:schemeClr val="lt1"/>
                </a:solidFill>
                <a:latin typeface="Times New Roman"/>
                <a:ea typeface="Times New Roman"/>
                <a:cs typeface="Times New Roman"/>
                <a:sym typeface="Times New Roman"/>
              </a:rPr>
              <a:t>We propose a</a:t>
            </a:r>
            <a:endParaRPr sz="2000">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rPr lang="en-IN" sz="2000">
                <a:solidFill>
                  <a:schemeClr val="lt1"/>
                </a:solidFill>
                <a:latin typeface="Times New Roman"/>
                <a:ea typeface="Times New Roman"/>
                <a:cs typeface="Times New Roman"/>
                <a:sym typeface="Times New Roman"/>
              </a:rPr>
              <a:t>                               </a:t>
            </a:r>
            <a:r>
              <a:rPr b="1" lang="en-IN" sz="2000" u="sng">
                <a:solidFill>
                  <a:schemeClr val="lt1"/>
                </a:solidFill>
                <a:latin typeface="Times New Roman"/>
                <a:ea typeface="Times New Roman"/>
                <a:cs typeface="Times New Roman"/>
                <a:sym typeface="Times New Roman"/>
              </a:rPr>
              <a:t>Real-Time FPGA-Based Health Monitoring System</a:t>
            </a:r>
            <a:endParaRPr b="1" sz="2000" u="sng">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t/>
            </a:r>
            <a:endParaRPr b="1" sz="2000" u="sng">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rPr b="1" lang="en-IN" sz="2000">
                <a:solidFill>
                  <a:schemeClr val="lt1"/>
                </a:solidFill>
                <a:latin typeface="Times New Roman"/>
                <a:ea typeface="Times New Roman"/>
                <a:cs typeface="Times New Roman"/>
                <a:sym typeface="Times New Roman"/>
              </a:rPr>
              <a:t>The system continuously monitors:</a:t>
            </a:r>
            <a:endParaRPr b="1" sz="2000">
              <a:solidFill>
                <a:schemeClr val="lt1"/>
              </a:solidFill>
              <a:latin typeface="Times New Roman"/>
              <a:ea typeface="Times New Roman"/>
              <a:cs typeface="Times New Roman"/>
              <a:sym typeface="Times New Roman"/>
            </a:endParaRPr>
          </a:p>
          <a:p>
            <a:pPr indent="-355600" lvl="0" marL="457200" marR="5080" rtl="0" algn="just">
              <a:lnSpc>
                <a:spcPct val="150200"/>
              </a:lnSpc>
              <a:spcBef>
                <a:spcPts val="0"/>
              </a:spcBef>
              <a:spcAft>
                <a:spcPts val="0"/>
              </a:spcAft>
              <a:buClr>
                <a:schemeClr val="lt1"/>
              </a:buClr>
              <a:buSzPts val="2000"/>
              <a:buAutoNum type="arabicPeriod"/>
            </a:pPr>
            <a:r>
              <a:rPr lang="en-IN" sz="2000">
                <a:solidFill>
                  <a:schemeClr val="lt1"/>
                </a:solidFill>
                <a:latin typeface="Times New Roman"/>
                <a:ea typeface="Times New Roman"/>
                <a:cs typeface="Times New Roman"/>
                <a:sym typeface="Times New Roman"/>
              </a:rPr>
              <a:t>Heart Rate</a:t>
            </a:r>
            <a:endParaRPr sz="2000">
              <a:solidFill>
                <a:schemeClr val="lt1"/>
              </a:solidFill>
              <a:latin typeface="Times New Roman"/>
              <a:ea typeface="Times New Roman"/>
              <a:cs typeface="Times New Roman"/>
              <a:sym typeface="Times New Roman"/>
            </a:endParaRPr>
          </a:p>
          <a:p>
            <a:pPr indent="-355600" lvl="0" marL="457200" marR="5080" rtl="0" algn="just">
              <a:lnSpc>
                <a:spcPct val="150200"/>
              </a:lnSpc>
              <a:spcBef>
                <a:spcPts val="0"/>
              </a:spcBef>
              <a:spcAft>
                <a:spcPts val="0"/>
              </a:spcAft>
              <a:buClr>
                <a:schemeClr val="lt1"/>
              </a:buClr>
              <a:buSzPts val="2000"/>
              <a:buAutoNum type="arabicPeriod"/>
            </a:pPr>
            <a:r>
              <a:rPr lang="en-IN" sz="2000">
                <a:solidFill>
                  <a:schemeClr val="lt1"/>
                </a:solidFill>
                <a:latin typeface="Times New Roman"/>
                <a:ea typeface="Times New Roman"/>
                <a:cs typeface="Times New Roman"/>
                <a:sym typeface="Times New Roman"/>
              </a:rPr>
              <a:t> Blood Oxygen (SpO₂)</a:t>
            </a:r>
            <a:endParaRPr sz="2000">
              <a:solidFill>
                <a:schemeClr val="lt1"/>
              </a:solidFill>
              <a:latin typeface="Times New Roman"/>
              <a:ea typeface="Times New Roman"/>
              <a:cs typeface="Times New Roman"/>
              <a:sym typeface="Times New Roman"/>
            </a:endParaRPr>
          </a:p>
          <a:p>
            <a:pPr indent="-355600" lvl="0" marL="457200" marR="5080" rtl="0" algn="just">
              <a:lnSpc>
                <a:spcPct val="150200"/>
              </a:lnSpc>
              <a:spcBef>
                <a:spcPts val="0"/>
              </a:spcBef>
              <a:spcAft>
                <a:spcPts val="0"/>
              </a:spcAft>
              <a:buClr>
                <a:schemeClr val="lt1"/>
              </a:buClr>
              <a:buSzPts val="2000"/>
              <a:buAutoNum type="arabicPeriod"/>
            </a:pPr>
            <a:r>
              <a:rPr lang="en-IN" sz="2000">
                <a:solidFill>
                  <a:schemeClr val="lt1"/>
                </a:solidFill>
                <a:latin typeface="Times New Roman"/>
                <a:ea typeface="Times New Roman"/>
                <a:cs typeface="Times New Roman"/>
                <a:sym typeface="Times New Roman"/>
              </a:rPr>
              <a:t>Blood Pressure</a:t>
            </a:r>
            <a:endParaRPr sz="2000">
              <a:solidFill>
                <a:schemeClr val="lt1"/>
              </a:solidFill>
              <a:latin typeface="Times New Roman"/>
              <a:ea typeface="Times New Roman"/>
              <a:cs typeface="Times New Roman"/>
              <a:sym typeface="Times New Roman"/>
            </a:endParaRPr>
          </a:p>
          <a:p>
            <a:pPr indent="-355600" lvl="0" marL="457200" marR="5080" rtl="0" algn="just">
              <a:lnSpc>
                <a:spcPct val="150200"/>
              </a:lnSpc>
              <a:spcBef>
                <a:spcPts val="0"/>
              </a:spcBef>
              <a:spcAft>
                <a:spcPts val="0"/>
              </a:spcAft>
              <a:buClr>
                <a:schemeClr val="lt1"/>
              </a:buClr>
              <a:buSzPts val="2000"/>
              <a:buAutoNum type="arabicPeriod"/>
            </a:pPr>
            <a:r>
              <a:rPr lang="en-IN" sz="2000">
                <a:solidFill>
                  <a:schemeClr val="lt1"/>
                </a:solidFill>
                <a:latin typeface="Times New Roman"/>
                <a:ea typeface="Times New Roman"/>
                <a:cs typeface="Times New Roman"/>
                <a:sym typeface="Times New Roman"/>
              </a:rPr>
              <a:t>Body Temperature</a:t>
            </a:r>
            <a:endParaRPr sz="2000">
              <a:solidFill>
                <a:schemeClr val="lt1"/>
              </a:solidFill>
              <a:latin typeface="Times New Roman"/>
              <a:ea typeface="Times New Roman"/>
              <a:cs typeface="Times New Roman"/>
              <a:sym typeface="Times New Roman"/>
            </a:endParaRPr>
          </a:p>
          <a:p>
            <a:pPr indent="0" lvl="0" marL="0" marR="5080" rtl="0" algn="just">
              <a:lnSpc>
                <a:spcPct val="150200"/>
              </a:lnSpc>
              <a:spcBef>
                <a:spcPts val="0"/>
              </a:spcBef>
              <a:spcAft>
                <a:spcPts val="0"/>
              </a:spcAft>
              <a:buNone/>
            </a:pPr>
            <a:r>
              <a:t/>
            </a:r>
            <a:endParaRPr sz="2000">
              <a:solidFill>
                <a:schemeClr val="lt1"/>
              </a:solidFill>
              <a:latin typeface="Times New Roman"/>
              <a:ea typeface="Times New Roman"/>
              <a:cs typeface="Times New Roman"/>
              <a:sym typeface="Times New Roman"/>
            </a:endParaRPr>
          </a:p>
        </p:txBody>
      </p:sp>
      <p:sp>
        <p:nvSpPr>
          <p:cNvPr id="79" name="Google Shape;79;p4"/>
          <p:cNvSpPr txBox="1"/>
          <p:nvPr/>
        </p:nvSpPr>
        <p:spPr>
          <a:xfrm>
            <a:off x="5411575" y="2591350"/>
            <a:ext cx="5862900" cy="1879800"/>
          </a:xfrm>
          <a:prstGeom prst="rect">
            <a:avLst/>
          </a:prstGeom>
          <a:noFill/>
          <a:ln>
            <a:noFill/>
          </a:ln>
        </p:spPr>
        <p:txBody>
          <a:bodyPr anchorCtr="0" anchor="t" bIns="91425" lIns="91425" spcFirstLastPara="1" rIns="91425" wrap="square" tIns="91425">
            <a:spAutoFit/>
          </a:bodyPr>
          <a:lstStyle/>
          <a:p>
            <a:pPr indent="0" lvl="0" marL="0" marR="5080" rtl="0" algn="just">
              <a:lnSpc>
                <a:spcPct val="150200"/>
              </a:lnSpc>
              <a:spcBef>
                <a:spcPts val="0"/>
              </a:spcBef>
              <a:spcAft>
                <a:spcPts val="0"/>
              </a:spcAft>
              <a:buNone/>
            </a:pPr>
            <a:r>
              <a:rPr b="1" lang="en-IN" sz="2000">
                <a:solidFill>
                  <a:schemeClr val="lt1"/>
                </a:solidFill>
                <a:latin typeface="Times New Roman"/>
                <a:ea typeface="Times New Roman"/>
                <a:cs typeface="Times New Roman"/>
                <a:sym typeface="Times New Roman"/>
              </a:rPr>
              <a:t>The FPGA analyzes this data and:</a:t>
            </a:r>
            <a:endParaRPr b="1" sz="2000">
              <a:solidFill>
                <a:schemeClr val="lt1"/>
              </a:solidFill>
              <a:latin typeface="Times New Roman"/>
              <a:ea typeface="Times New Roman"/>
              <a:cs typeface="Times New Roman"/>
              <a:sym typeface="Times New Roman"/>
            </a:endParaRPr>
          </a:p>
          <a:p>
            <a:pPr indent="-355600" lvl="0" marL="457200" marR="5080" rtl="0" algn="just">
              <a:lnSpc>
                <a:spcPct val="150200"/>
              </a:lnSpc>
              <a:spcBef>
                <a:spcPts val="0"/>
              </a:spcBef>
              <a:spcAft>
                <a:spcPts val="0"/>
              </a:spcAft>
              <a:buClr>
                <a:schemeClr val="lt1"/>
              </a:buClr>
              <a:buSzPts val="2000"/>
              <a:buAutoNum type="arabicPeriod"/>
            </a:pPr>
            <a:r>
              <a:rPr lang="en-IN" sz="2000">
                <a:solidFill>
                  <a:schemeClr val="lt1"/>
                </a:solidFill>
                <a:latin typeface="Times New Roman"/>
                <a:ea typeface="Times New Roman"/>
                <a:cs typeface="Times New Roman"/>
                <a:sym typeface="Times New Roman"/>
              </a:rPr>
              <a:t>Detects abnormal conditions</a:t>
            </a:r>
            <a:endParaRPr sz="2000">
              <a:solidFill>
                <a:schemeClr val="lt1"/>
              </a:solidFill>
              <a:latin typeface="Times New Roman"/>
              <a:ea typeface="Times New Roman"/>
              <a:cs typeface="Times New Roman"/>
              <a:sym typeface="Times New Roman"/>
            </a:endParaRPr>
          </a:p>
          <a:p>
            <a:pPr indent="-355600" lvl="0" marL="457200" marR="5080" rtl="0" algn="just">
              <a:lnSpc>
                <a:spcPct val="150200"/>
              </a:lnSpc>
              <a:spcBef>
                <a:spcPts val="0"/>
              </a:spcBef>
              <a:spcAft>
                <a:spcPts val="0"/>
              </a:spcAft>
              <a:buClr>
                <a:schemeClr val="lt1"/>
              </a:buClr>
              <a:buSzPts val="2000"/>
              <a:buAutoNum type="arabicPeriod"/>
            </a:pPr>
            <a:r>
              <a:rPr lang="en-IN" sz="2000">
                <a:solidFill>
                  <a:schemeClr val="lt1"/>
                </a:solidFill>
                <a:latin typeface="Times New Roman"/>
                <a:ea typeface="Times New Roman"/>
                <a:cs typeface="Times New Roman"/>
                <a:sym typeface="Times New Roman"/>
              </a:rPr>
              <a:t>Generates alerts instantly</a:t>
            </a:r>
            <a:endParaRPr sz="2000">
              <a:solidFill>
                <a:schemeClr val="lt1"/>
              </a:solidFill>
              <a:latin typeface="Times New Roman"/>
              <a:ea typeface="Times New Roman"/>
              <a:cs typeface="Times New Roman"/>
              <a:sym typeface="Times New Roman"/>
            </a:endParaRPr>
          </a:p>
          <a:p>
            <a:pPr indent="-355600" lvl="0" marL="457200" marR="5080" rtl="0" algn="just">
              <a:lnSpc>
                <a:spcPct val="150200"/>
              </a:lnSpc>
              <a:spcBef>
                <a:spcPts val="0"/>
              </a:spcBef>
              <a:spcAft>
                <a:spcPts val="0"/>
              </a:spcAft>
              <a:buClr>
                <a:schemeClr val="lt1"/>
              </a:buClr>
              <a:buSzPts val="2000"/>
              <a:buAutoNum type="arabicPeriod"/>
            </a:pPr>
            <a:r>
              <a:rPr lang="en-IN" sz="2000">
                <a:solidFill>
                  <a:schemeClr val="lt1"/>
                </a:solidFill>
                <a:latin typeface="Times New Roman"/>
                <a:ea typeface="Times New Roman"/>
                <a:cs typeface="Times New Roman"/>
                <a:sym typeface="Times New Roman"/>
              </a:rPr>
              <a:t>Displays results on monitoring dashboard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5"/>
          <p:cNvSpPr txBox="1"/>
          <p:nvPr>
            <p:ph type="title"/>
          </p:nvPr>
        </p:nvSpPr>
        <p:spPr>
          <a:xfrm>
            <a:off x="917575" y="435626"/>
            <a:ext cx="3345600" cy="1109400"/>
          </a:xfrm>
          <a:prstGeom prst="rect">
            <a:avLst/>
          </a:prstGeom>
          <a:noFill/>
          <a:ln>
            <a:noFill/>
          </a:ln>
        </p:spPr>
        <p:txBody>
          <a:bodyPr anchorCtr="0" anchor="t" bIns="0" lIns="0" spcFirstLastPara="1" rIns="0" wrap="square" tIns="427725">
            <a:spAutoFit/>
          </a:bodyPr>
          <a:lstStyle/>
          <a:p>
            <a:pPr indent="0" lvl="0" marL="12700" rtl="0" algn="l">
              <a:lnSpc>
                <a:spcPct val="100000"/>
              </a:lnSpc>
              <a:spcBef>
                <a:spcPts val="0"/>
              </a:spcBef>
              <a:spcAft>
                <a:spcPts val="0"/>
              </a:spcAft>
              <a:buNone/>
            </a:pPr>
            <a:r>
              <a:rPr b="1" lang="en-IN">
                <a:solidFill>
                  <a:srgbClr val="F4CCCC"/>
                </a:solidFill>
                <a:latin typeface="Comic Sans MS"/>
                <a:ea typeface="Comic Sans MS"/>
                <a:cs typeface="Comic Sans MS"/>
                <a:sym typeface="Comic Sans MS"/>
              </a:rPr>
              <a:t>Objectives:</a:t>
            </a:r>
            <a:endParaRPr b="1">
              <a:solidFill>
                <a:srgbClr val="F4CCCC"/>
              </a:solidFill>
              <a:latin typeface="Comic Sans MS"/>
              <a:ea typeface="Comic Sans MS"/>
              <a:cs typeface="Comic Sans MS"/>
              <a:sym typeface="Comic Sans MS"/>
            </a:endParaRPr>
          </a:p>
        </p:txBody>
      </p:sp>
      <p:sp>
        <p:nvSpPr>
          <p:cNvPr id="85" name="Google Shape;85;p5"/>
          <p:cNvSpPr txBox="1"/>
          <p:nvPr/>
        </p:nvSpPr>
        <p:spPr>
          <a:xfrm>
            <a:off x="917575" y="1840300"/>
            <a:ext cx="10116900" cy="3493200"/>
          </a:xfrm>
          <a:prstGeom prst="rect">
            <a:avLst/>
          </a:prstGeom>
          <a:noFill/>
          <a:ln cap="flat" cmpd="sng" w="19050">
            <a:solidFill>
              <a:schemeClr val="lt1"/>
            </a:solidFill>
            <a:prstDash val="solid"/>
            <a:round/>
            <a:headEnd len="sm" w="sm" type="none"/>
            <a:tailEnd len="sm" w="sm" type="none"/>
          </a:ln>
        </p:spPr>
        <p:txBody>
          <a:bodyPr anchorCtr="0" anchor="t" bIns="0" lIns="0" spcFirstLastPara="1" rIns="0" wrap="square" tIns="12050">
            <a:spAutoFit/>
          </a:bodyPr>
          <a:lstStyle/>
          <a:p>
            <a:pPr indent="0" lvl="0" marL="0" marR="5080" rtl="0" algn="just">
              <a:lnSpc>
                <a:spcPct val="115799"/>
              </a:lnSpc>
              <a:spcBef>
                <a:spcPts val="755"/>
              </a:spcBef>
              <a:spcAft>
                <a:spcPts val="0"/>
              </a:spcAft>
              <a:buNone/>
            </a:pPr>
            <a:r>
              <a:rPr b="1" lang="en-IN" sz="2000">
                <a:solidFill>
                  <a:schemeClr val="lt1"/>
                </a:solidFill>
                <a:latin typeface="Times New Roman"/>
                <a:ea typeface="Times New Roman"/>
                <a:cs typeface="Times New Roman"/>
                <a:sym typeface="Times New Roman"/>
              </a:rPr>
              <a:t>The goal of this project is to:</a:t>
            </a:r>
            <a:endParaRPr b="1" sz="2000">
              <a:solidFill>
                <a:schemeClr val="lt1"/>
              </a:solidFill>
              <a:latin typeface="Times New Roman"/>
              <a:ea typeface="Times New Roman"/>
              <a:cs typeface="Times New Roman"/>
              <a:sym typeface="Times New Roman"/>
            </a:endParaRPr>
          </a:p>
          <a:p>
            <a:pPr indent="0" lvl="0" marL="0" marR="5080" rtl="0" algn="just">
              <a:lnSpc>
                <a:spcPct val="115799"/>
              </a:lnSpc>
              <a:spcBef>
                <a:spcPts val="755"/>
              </a:spcBef>
              <a:spcAft>
                <a:spcPts val="0"/>
              </a:spcAft>
              <a:buNone/>
            </a:pPr>
            <a:r>
              <a:t/>
            </a:r>
            <a:endParaRPr b="1" sz="2000">
              <a:solidFill>
                <a:schemeClr val="lt1"/>
              </a:solidFill>
              <a:latin typeface="Times New Roman"/>
              <a:ea typeface="Times New Roman"/>
              <a:cs typeface="Times New Roman"/>
              <a:sym typeface="Times New Roman"/>
            </a:endParaRPr>
          </a:p>
          <a:p>
            <a:pPr indent="-355600" lvl="0" marL="457200" marR="5080" rtl="0" algn="just">
              <a:lnSpc>
                <a:spcPct val="115799"/>
              </a:lnSpc>
              <a:spcBef>
                <a:spcPts val="755"/>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Develop a real-time health monitoring system</a:t>
            </a:r>
            <a:endParaRPr sz="2000">
              <a:solidFill>
                <a:schemeClr val="lt1"/>
              </a:solidFill>
              <a:latin typeface="Times New Roman"/>
              <a:ea typeface="Times New Roman"/>
              <a:cs typeface="Times New Roman"/>
              <a:sym typeface="Times New Roman"/>
            </a:endParaRPr>
          </a:p>
          <a:p>
            <a:pPr indent="-355600" lvl="0" marL="457200" marR="5080" rtl="0" algn="just">
              <a:lnSpc>
                <a:spcPct val="115799"/>
              </a:lnSpc>
              <a:spcBef>
                <a:spcPts val="755"/>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Use FPGA hardware acceleration for faster processing</a:t>
            </a:r>
            <a:endParaRPr sz="2000">
              <a:solidFill>
                <a:schemeClr val="lt1"/>
              </a:solidFill>
              <a:latin typeface="Times New Roman"/>
              <a:ea typeface="Times New Roman"/>
              <a:cs typeface="Times New Roman"/>
              <a:sym typeface="Times New Roman"/>
            </a:endParaRPr>
          </a:p>
          <a:p>
            <a:pPr indent="-355600" lvl="0" marL="457200" marR="5080" rtl="0" algn="just">
              <a:lnSpc>
                <a:spcPct val="115799"/>
              </a:lnSpc>
              <a:spcBef>
                <a:spcPts val="755"/>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Detect abnormal patient conditions instantly</a:t>
            </a:r>
            <a:endParaRPr sz="2000">
              <a:solidFill>
                <a:schemeClr val="lt1"/>
              </a:solidFill>
              <a:latin typeface="Times New Roman"/>
              <a:ea typeface="Times New Roman"/>
              <a:cs typeface="Times New Roman"/>
              <a:sym typeface="Times New Roman"/>
            </a:endParaRPr>
          </a:p>
          <a:p>
            <a:pPr indent="-355600" lvl="0" marL="457200" marR="5080" rtl="0" algn="just">
              <a:lnSpc>
                <a:spcPct val="115799"/>
              </a:lnSpc>
              <a:spcBef>
                <a:spcPts val="755"/>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Generate automatic alerts for critical situations</a:t>
            </a:r>
            <a:endParaRPr sz="2000">
              <a:solidFill>
                <a:schemeClr val="lt1"/>
              </a:solidFill>
              <a:latin typeface="Times New Roman"/>
              <a:ea typeface="Times New Roman"/>
              <a:cs typeface="Times New Roman"/>
              <a:sym typeface="Times New Roman"/>
            </a:endParaRPr>
          </a:p>
          <a:p>
            <a:pPr indent="-355600" lvl="0" marL="457200" marR="5080" rtl="0" algn="just">
              <a:lnSpc>
                <a:spcPct val="115799"/>
              </a:lnSpc>
              <a:spcBef>
                <a:spcPts val="755"/>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 Visualize health data using dashboards</a:t>
            </a:r>
            <a:endParaRPr sz="2000">
              <a:solidFill>
                <a:schemeClr val="lt1"/>
              </a:solidFill>
              <a:latin typeface="Times New Roman"/>
              <a:ea typeface="Times New Roman"/>
              <a:cs typeface="Times New Roman"/>
              <a:sym typeface="Times New Roman"/>
            </a:endParaRPr>
          </a:p>
          <a:p>
            <a:pPr indent="0" lvl="0" marL="457200" marR="5080" rtl="0" algn="just">
              <a:lnSpc>
                <a:spcPct val="115799"/>
              </a:lnSpc>
              <a:spcBef>
                <a:spcPts val="755"/>
              </a:spcBef>
              <a:spcAft>
                <a:spcPts val="0"/>
              </a:spcAft>
              <a:buNone/>
            </a:pPr>
            <a:r>
              <a:t/>
            </a:r>
            <a:endParaRPr sz="2000">
              <a:solidFill>
                <a:schemeClr val="lt1"/>
              </a:solidFill>
              <a:latin typeface="Times New Roman"/>
              <a:ea typeface="Times New Roman"/>
              <a:cs typeface="Times New Roman"/>
              <a:sym typeface="Times New Roman"/>
            </a:endParaRPr>
          </a:p>
        </p:txBody>
      </p:sp>
      <p:sp>
        <p:nvSpPr>
          <p:cNvPr id="86" name="Google Shape;86;p5"/>
          <p:cNvSpPr txBox="1"/>
          <p:nvPr>
            <p:ph idx="12" type="sldNum"/>
          </p:nvPr>
        </p:nvSpPr>
        <p:spPr>
          <a:xfrm>
            <a:off x="11101451" y="6472554"/>
            <a:ext cx="2160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solidFill>
                  <a:schemeClr val="lt1"/>
                </a:solidFill>
              </a:rPr>
              <a:t>‹#›</a:t>
            </a:fld>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0" name="Shape 90"/>
        <p:cNvGrpSpPr/>
        <p:nvPr/>
      </p:nvGrpSpPr>
      <p:grpSpPr>
        <a:xfrm>
          <a:off x="0" y="0"/>
          <a:ext cx="0" cy="0"/>
          <a:chOff x="0" y="0"/>
          <a:chExt cx="0" cy="0"/>
        </a:xfrm>
      </p:grpSpPr>
      <p:sp>
        <p:nvSpPr>
          <p:cNvPr id="91" name="Google Shape;91;p8"/>
          <p:cNvSpPr txBox="1"/>
          <p:nvPr>
            <p:ph idx="12" type="sldNum"/>
          </p:nvPr>
        </p:nvSpPr>
        <p:spPr>
          <a:xfrm>
            <a:off x="11101451" y="6472554"/>
            <a:ext cx="2160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92" name="Google Shape;92;p8"/>
          <p:cNvSpPr txBox="1"/>
          <p:nvPr>
            <p:ph type="title"/>
          </p:nvPr>
        </p:nvSpPr>
        <p:spPr>
          <a:xfrm>
            <a:off x="917575" y="198056"/>
            <a:ext cx="10356900" cy="993900"/>
          </a:xfrm>
          <a:prstGeom prst="rect">
            <a:avLst/>
          </a:prstGeom>
          <a:noFill/>
          <a:ln>
            <a:noFill/>
          </a:ln>
        </p:spPr>
        <p:txBody>
          <a:bodyPr anchorCtr="0" anchor="t" bIns="0" lIns="0" spcFirstLastPara="1" rIns="0" wrap="square" tIns="313425">
            <a:spAutoFit/>
          </a:bodyPr>
          <a:lstStyle/>
          <a:p>
            <a:pPr indent="0" lvl="0" marL="12700" rtl="0" algn="l">
              <a:lnSpc>
                <a:spcPct val="100000"/>
              </a:lnSpc>
              <a:spcBef>
                <a:spcPts val="0"/>
              </a:spcBef>
              <a:spcAft>
                <a:spcPts val="0"/>
              </a:spcAft>
              <a:buNone/>
            </a:pPr>
            <a:r>
              <a:rPr b="1" lang="en-IN">
                <a:solidFill>
                  <a:srgbClr val="F4CCCC"/>
                </a:solidFill>
                <a:latin typeface="Comic Sans MS"/>
                <a:ea typeface="Comic Sans MS"/>
                <a:cs typeface="Comic Sans MS"/>
                <a:sym typeface="Comic Sans MS"/>
              </a:rPr>
              <a:t>Project Claims :</a:t>
            </a:r>
            <a:endParaRPr b="1">
              <a:solidFill>
                <a:srgbClr val="F4CCCC"/>
              </a:solidFill>
              <a:latin typeface="Comic Sans MS"/>
              <a:ea typeface="Comic Sans MS"/>
              <a:cs typeface="Comic Sans MS"/>
              <a:sym typeface="Comic Sans MS"/>
            </a:endParaRPr>
          </a:p>
        </p:txBody>
      </p:sp>
      <p:sp>
        <p:nvSpPr>
          <p:cNvPr id="93" name="Google Shape;93;p8"/>
          <p:cNvSpPr txBox="1"/>
          <p:nvPr/>
        </p:nvSpPr>
        <p:spPr>
          <a:xfrm>
            <a:off x="710565" y="1583118"/>
            <a:ext cx="10295400" cy="3921300"/>
          </a:xfrm>
          <a:prstGeom prst="rect">
            <a:avLst/>
          </a:prstGeom>
          <a:noFill/>
          <a:ln cap="flat" cmpd="sng" w="19050">
            <a:solidFill>
              <a:schemeClr val="lt1"/>
            </a:solidFill>
            <a:prstDash val="solid"/>
            <a:round/>
            <a:headEnd len="sm" w="sm" type="none"/>
            <a:tailEnd len="sm" w="sm" type="none"/>
          </a:ln>
        </p:spPr>
        <p:txBody>
          <a:bodyPr anchorCtr="0" anchor="t" bIns="0" lIns="0" spcFirstLastPara="1" rIns="0" wrap="square" tIns="11425">
            <a:spAutoFit/>
          </a:bodyPr>
          <a:lstStyle/>
          <a:p>
            <a:pPr indent="0" lvl="0" marL="12700" rtl="0" algn="l">
              <a:spcBef>
                <a:spcPts val="680"/>
              </a:spcBef>
              <a:spcAft>
                <a:spcPts val="0"/>
              </a:spcAft>
              <a:buSzPts val="1100"/>
              <a:buNone/>
            </a:pPr>
            <a:r>
              <a:rPr lang="en-IN" sz="2000">
                <a:solidFill>
                  <a:schemeClr val="lt1"/>
                </a:solidFill>
                <a:latin typeface="Times New Roman"/>
                <a:ea typeface="Times New Roman"/>
                <a:cs typeface="Times New Roman"/>
                <a:sym typeface="Times New Roman"/>
              </a:rPr>
              <a:t>Key Contributions of Our System</a:t>
            </a:r>
            <a:endParaRPr sz="2000">
              <a:solidFill>
                <a:schemeClr val="lt1"/>
              </a:solidFill>
              <a:latin typeface="Times New Roman"/>
              <a:ea typeface="Times New Roman"/>
              <a:cs typeface="Times New Roman"/>
              <a:sym typeface="Times New Roman"/>
            </a:endParaRPr>
          </a:p>
          <a:p>
            <a:pPr indent="0" lvl="0" marL="12700" rtl="0" algn="l">
              <a:spcBef>
                <a:spcPts val="680"/>
              </a:spcBef>
              <a:spcAft>
                <a:spcPts val="0"/>
              </a:spcAft>
              <a:buClr>
                <a:schemeClr val="dk1"/>
              </a:buClr>
              <a:buSzPts val="1100"/>
              <a:buFont typeface="Arial"/>
              <a:buNone/>
            </a:pPr>
            <a:r>
              <a:t/>
            </a:r>
            <a:endParaRPr sz="2000">
              <a:solidFill>
                <a:schemeClr val="lt1"/>
              </a:solidFill>
              <a:latin typeface="Times New Roman"/>
              <a:ea typeface="Times New Roman"/>
              <a:cs typeface="Times New Roman"/>
              <a:sym typeface="Times New Roman"/>
            </a:endParaRPr>
          </a:p>
          <a:p>
            <a:pPr indent="0" lvl="0" marL="12700" rtl="0" algn="l">
              <a:spcBef>
                <a:spcPts val="680"/>
              </a:spcBef>
              <a:spcAft>
                <a:spcPts val="0"/>
              </a:spcAft>
              <a:buClr>
                <a:schemeClr val="dk1"/>
              </a:buClr>
              <a:buSzPts val="1100"/>
              <a:buFont typeface="Arial"/>
              <a:buNone/>
            </a:pPr>
            <a:r>
              <a:rPr lang="en-IN" sz="2000">
                <a:solidFill>
                  <a:schemeClr val="lt1"/>
                </a:solidFill>
                <a:latin typeface="Times New Roman"/>
                <a:ea typeface="Times New Roman"/>
                <a:cs typeface="Times New Roman"/>
                <a:sym typeface="Times New Roman"/>
              </a:rPr>
              <a:t>Our system introduces several improvements:</a:t>
            </a:r>
            <a:endParaRPr sz="2000">
              <a:solidFill>
                <a:schemeClr val="lt1"/>
              </a:solidFill>
              <a:latin typeface="Times New Roman"/>
              <a:ea typeface="Times New Roman"/>
              <a:cs typeface="Times New Roman"/>
              <a:sym typeface="Times New Roman"/>
            </a:endParaRPr>
          </a:p>
          <a:p>
            <a:pPr indent="0" lvl="0" marL="12700" rtl="0" algn="l">
              <a:spcBef>
                <a:spcPts val="680"/>
              </a:spcBef>
              <a:spcAft>
                <a:spcPts val="0"/>
              </a:spcAft>
              <a:buClr>
                <a:schemeClr val="dk1"/>
              </a:buClr>
              <a:buSzPts val="1100"/>
              <a:buFont typeface="Arial"/>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68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FPGA-based real-time processing</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Parallel monitoring capability</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Instant critical condition detection</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Low latency alert system</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Scalable architecture for hospitals</a:t>
            </a:r>
            <a:endParaRPr sz="2000">
              <a:solidFill>
                <a:schemeClr val="lt1"/>
              </a:solidFill>
              <a:latin typeface="Times New Roman"/>
              <a:ea typeface="Times New Roman"/>
              <a:cs typeface="Times New Roman"/>
              <a:sym typeface="Times New Roman"/>
            </a:endParaRPr>
          </a:p>
          <a:p>
            <a:pPr indent="0" lvl="0" marL="12700" rtl="0" algn="l">
              <a:spcBef>
                <a:spcPts val="680"/>
              </a:spcBef>
              <a:spcAft>
                <a:spcPts val="0"/>
              </a:spcAft>
              <a:buClr>
                <a:schemeClr val="dk1"/>
              </a:buClr>
              <a:buSzPts val="1100"/>
              <a:buFont typeface="Arial"/>
              <a:buNone/>
            </a:pPr>
            <a:r>
              <a:t/>
            </a:r>
            <a:endParaRPr sz="2000">
              <a:solidFill>
                <a:schemeClr val="lt1"/>
              </a:solidFill>
              <a:latin typeface="Times New Roman"/>
              <a:ea typeface="Times New Roman"/>
              <a:cs typeface="Times New Roman"/>
              <a:sym typeface="Times New Roman"/>
            </a:endParaRPr>
          </a:p>
          <a:p>
            <a:pPr indent="0" lvl="0" marL="12700" rtl="0" algn="l">
              <a:lnSpc>
                <a:spcPct val="100000"/>
              </a:lnSpc>
              <a:spcBef>
                <a:spcPts val="680"/>
              </a:spcBef>
              <a:spcAft>
                <a:spcPts val="0"/>
              </a:spcAft>
              <a:buNone/>
            </a:pPr>
            <a:r>
              <a:t/>
            </a:r>
            <a:endParaRPr sz="2000">
              <a:solidFill>
                <a:schemeClr val="lt1"/>
              </a:solidFill>
              <a:latin typeface="Times New Roman"/>
              <a:ea typeface="Times New Roman"/>
              <a:cs typeface="Times New Roman"/>
              <a:sym typeface="Times New Roman"/>
            </a:endParaRPr>
          </a:p>
        </p:txBody>
      </p:sp>
      <p:sp>
        <p:nvSpPr>
          <p:cNvPr descr="State transition diagram of light intensity" id="94" name="Google Shape;94;p8"/>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lt1"/>
              </a:solidFill>
            </a:endParaRPr>
          </a:p>
        </p:txBody>
      </p:sp>
      <p:sp>
        <p:nvSpPr>
          <p:cNvPr id="95" name="Google Shape;95;p8"/>
          <p:cNvSpPr txBox="1"/>
          <p:nvPr/>
        </p:nvSpPr>
        <p:spPr>
          <a:xfrm>
            <a:off x="710575" y="5011825"/>
            <a:ext cx="8298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000">
                <a:solidFill>
                  <a:schemeClr val="lt1"/>
                </a:solidFill>
                <a:latin typeface="Calibri"/>
                <a:ea typeface="Calibri"/>
                <a:cs typeface="Calibri"/>
                <a:sym typeface="Calibri"/>
              </a:rPr>
              <a:t>Hardware-based monitoring instead of software-only processing.</a:t>
            </a:r>
            <a:endParaRPr b="1" sz="20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99" name="Shape 99"/>
        <p:cNvGrpSpPr/>
        <p:nvPr/>
      </p:nvGrpSpPr>
      <p:grpSpPr>
        <a:xfrm>
          <a:off x="0" y="0"/>
          <a:ext cx="0" cy="0"/>
          <a:chOff x="0" y="0"/>
          <a:chExt cx="0" cy="0"/>
        </a:xfrm>
      </p:grpSpPr>
      <p:pic>
        <p:nvPicPr>
          <p:cNvPr id="100" name="Google Shape;100;g3dca3a2cdde_0_31"/>
          <p:cNvPicPr preferRelativeResize="0"/>
          <p:nvPr/>
        </p:nvPicPr>
        <p:blipFill rotWithShape="1">
          <a:blip r:embed="rId4">
            <a:alphaModFix/>
          </a:blip>
          <a:srcRect b="5744" l="0" r="0" t="16946"/>
          <a:stretch/>
        </p:blipFill>
        <p:spPr>
          <a:xfrm>
            <a:off x="1576388" y="1628900"/>
            <a:ext cx="9039225" cy="4904199"/>
          </a:xfrm>
          <a:prstGeom prst="rect">
            <a:avLst/>
          </a:prstGeom>
          <a:noFill/>
          <a:ln>
            <a:noFill/>
          </a:ln>
        </p:spPr>
      </p:pic>
      <p:sp>
        <p:nvSpPr>
          <p:cNvPr id="101" name="Google Shape;101;g3dca3a2cdde_0_31"/>
          <p:cNvSpPr txBox="1"/>
          <p:nvPr/>
        </p:nvSpPr>
        <p:spPr>
          <a:xfrm>
            <a:off x="2054450" y="616300"/>
            <a:ext cx="8083200" cy="769500"/>
          </a:xfrm>
          <a:prstGeom prst="rect">
            <a:avLst/>
          </a:prstGeom>
          <a:noFill/>
          <a:ln>
            <a:noFill/>
          </a:ln>
        </p:spPr>
        <p:txBody>
          <a:bodyPr anchorCtr="0" anchor="t" bIns="91425" lIns="91425" spcFirstLastPara="1" rIns="91425" wrap="square" tIns="91425">
            <a:spAutoFit/>
          </a:bodyPr>
          <a:lstStyle/>
          <a:p>
            <a:pPr indent="0" lvl="0" marL="12700" rtl="0" algn="ctr">
              <a:spcBef>
                <a:spcPts val="0"/>
              </a:spcBef>
              <a:spcAft>
                <a:spcPts val="0"/>
              </a:spcAft>
              <a:buNone/>
            </a:pPr>
            <a:r>
              <a:rPr b="1" lang="en-IN" sz="3800">
                <a:solidFill>
                  <a:srgbClr val="F4CCCC"/>
                </a:solidFill>
                <a:latin typeface="Comic Sans MS"/>
                <a:ea typeface="Comic Sans MS"/>
                <a:cs typeface="Comic Sans MS"/>
                <a:sym typeface="Comic Sans MS"/>
              </a:rPr>
              <a:t>SYSTEM ARCHITECTURE</a:t>
            </a:r>
            <a:endParaRPr b="1" sz="3800">
              <a:solidFill>
                <a:srgbClr val="F4CCCC"/>
              </a:solidFill>
              <a:latin typeface="Comic Sans MS"/>
              <a:ea typeface="Comic Sans MS"/>
              <a:cs typeface="Comic Sans MS"/>
              <a:sym typeface="Comic Sans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9"/>
          <p:cNvSpPr txBox="1"/>
          <p:nvPr>
            <p:ph type="title"/>
          </p:nvPr>
        </p:nvSpPr>
        <p:spPr>
          <a:xfrm>
            <a:off x="366850" y="355406"/>
            <a:ext cx="103569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IN">
                <a:solidFill>
                  <a:srgbClr val="F4CCCC"/>
                </a:solidFill>
                <a:latin typeface="Comic Sans MS"/>
                <a:ea typeface="Comic Sans MS"/>
                <a:cs typeface="Comic Sans MS"/>
                <a:sym typeface="Comic Sans MS"/>
              </a:rPr>
              <a:t>Methodology:</a:t>
            </a:r>
            <a:endParaRPr>
              <a:solidFill>
                <a:srgbClr val="F4CCCC"/>
              </a:solidFill>
              <a:latin typeface="Comic Sans MS"/>
              <a:ea typeface="Comic Sans MS"/>
              <a:cs typeface="Comic Sans MS"/>
              <a:sym typeface="Comic Sans MS"/>
            </a:endParaRPr>
          </a:p>
        </p:txBody>
      </p:sp>
      <p:sp>
        <p:nvSpPr>
          <p:cNvPr id="107" name="Google Shape;107;p9"/>
          <p:cNvSpPr txBox="1"/>
          <p:nvPr/>
        </p:nvSpPr>
        <p:spPr>
          <a:xfrm>
            <a:off x="135600" y="1351225"/>
            <a:ext cx="11920800" cy="54180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 </a:t>
            </a:r>
            <a:r>
              <a:rPr b="1" lang="en-IN" sz="2000">
                <a:solidFill>
                  <a:schemeClr val="lt1"/>
                </a:solidFill>
                <a:latin typeface="Times New Roman"/>
                <a:ea typeface="Times New Roman"/>
                <a:cs typeface="Times New Roman"/>
                <a:sym typeface="Times New Roman"/>
              </a:rPr>
              <a:t>Data Acquisition:</a:t>
            </a:r>
            <a:r>
              <a:rPr lang="en-IN" sz="2000">
                <a:solidFill>
                  <a:schemeClr val="lt1"/>
                </a:solidFill>
                <a:latin typeface="Times New Roman"/>
                <a:ea typeface="Times New Roman"/>
                <a:cs typeface="Times New Roman"/>
                <a:sym typeface="Times New Roman"/>
              </a:rPr>
              <a:t> Collect real‑time patient vitals such as Heart Rate, SpO₂, Temperature, and Blood Pressure using sensors.</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b="1" lang="en-IN" sz="2000">
                <a:solidFill>
                  <a:schemeClr val="lt1"/>
                </a:solidFill>
                <a:latin typeface="Times New Roman"/>
                <a:ea typeface="Times New Roman"/>
                <a:cs typeface="Times New Roman"/>
                <a:sym typeface="Times New Roman"/>
              </a:rPr>
              <a:t>Signal Conversion:</a:t>
            </a:r>
            <a:r>
              <a:rPr lang="en-IN" sz="2000">
                <a:solidFill>
                  <a:schemeClr val="lt1"/>
                </a:solidFill>
                <a:latin typeface="Times New Roman"/>
                <a:ea typeface="Times New Roman"/>
                <a:cs typeface="Times New Roman"/>
                <a:sym typeface="Times New Roman"/>
              </a:rPr>
              <a:t> Convert analog sensor signals into digital data for processing.</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b="1" lang="en-IN" sz="2000">
                <a:solidFill>
                  <a:schemeClr val="lt1"/>
                </a:solidFill>
                <a:latin typeface="Times New Roman"/>
                <a:ea typeface="Times New Roman"/>
                <a:cs typeface="Times New Roman"/>
                <a:sym typeface="Times New Roman"/>
              </a:rPr>
              <a:t>FPGA Data Input:</a:t>
            </a:r>
            <a:r>
              <a:rPr lang="en-IN" sz="2000">
                <a:solidFill>
                  <a:schemeClr val="lt1"/>
                </a:solidFill>
                <a:latin typeface="Times New Roman"/>
                <a:ea typeface="Times New Roman"/>
                <a:cs typeface="Times New Roman"/>
                <a:sym typeface="Times New Roman"/>
              </a:rPr>
              <a:t> Feed the digital health data into the FPGA processing unit.</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b="1" lang="en-IN" sz="2000">
                <a:solidFill>
                  <a:schemeClr val="lt1"/>
                </a:solidFill>
                <a:latin typeface="Times New Roman"/>
                <a:ea typeface="Times New Roman"/>
                <a:cs typeface="Times New Roman"/>
                <a:sym typeface="Times New Roman"/>
              </a:rPr>
              <a:t>Real‑Time Processing: </a:t>
            </a:r>
            <a:r>
              <a:rPr lang="en-IN" sz="2000">
                <a:solidFill>
                  <a:schemeClr val="lt1"/>
                </a:solidFill>
                <a:latin typeface="Times New Roman"/>
                <a:ea typeface="Times New Roman"/>
                <a:cs typeface="Times New Roman"/>
                <a:sym typeface="Times New Roman"/>
              </a:rPr>
              <a:t>FPGA analyzes multiple parameters simultaneously using parallel hardware logic.</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b="1" lang="en-IN" sz="2000">
                <a:solidFill>
                  <a:schemeClr val="lt1"/>
                </a:solidFill>
                <a:latin typeface="Times New Roman"/>
                <a:ea typeface="Times New Roman"/>
                <a:cs typeface="Times New Roman"/>
                <a:sym typeface="Times New Roman"/>
              </a:rPr>
              <a:t>Health Evaluation:</a:t>
            </a:r>
            <a:r>
              <a:rPr lang="en-IN" sz="2000">
                <a:solidFill>
                  <a:schemeClr val="lt1"/>
                </a:solidFill>
                <a:latin typeface="Times New Roman"/>
                <a:ea typeface="Times New Roman"/>
                <a:cs typeface="Times New Roman"/>
                <a:sym typeface="Times New Roman"/>
              </a:rPr>
              <a:t> Sensor values are compared with predefined medical thresholds.</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b="1" lang="en-IN" sz="2000">
                <a:solidFill>
                  <a:schemeClr val="lt1"/>
                </a:solidFill>
                <a:latin typeface="Times New Roman"/>
                <a:ea typeface="Times New Roman"/>
                <a:cs typeface="Times New Roman"/>
                <a:sym typeface="Times New Roman"/>
              </a:rPr>
              <a:t>Condition Classification:</a:t>
            </a:r>
            <a:r>
              <a:rPr lang="en-IN" sz="2000">
                <a:solidFill>
                  <a:schemeClr val="lt1"/>
                </a:solidFill>
                <a:latin typeface="Times New Roman"/>
                <a:ea typeface="Times New Roman"/>
                <a:cs typeface="Times New Roman"/>
                <a:sym typeface="Times New Roman"/>
              </a:rPr>
              <a:t> Patient condition is categorized as Normal, Warning, or Critical.</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b="1" lang="en-IN" sz="2000">
                <a:solidFill>
                  <a:schemeClr val="lt1"/>
                </a:solidFill>
                <a:latin typeface="Times New Roman"/>
                <a:ea typeface="Times New Roman"/>
                <a:cs typeface="Times New Roman"/>
                <a:sym typeface="Times New Roman"/>
              </a:rPr>
              <a:t>Alert Generation: </a:t>
            </a:r>
            <a:r>
              <a:rPr lang="en-IN" sz="2000">
                <a:solidFill>
                  <a:schemeClr val="lt1"/>
                </a:solidFill>
                <a:latin typeface="Times New Roman"/>
                <a:ea typeface="Times New Roman"/>
                <a:cs typeface="Times New Roman"/>
                <a:sym typeface="Times New Roman"/>
              </a:rPr>
              <a:t>If abnormal conditions are detected, the system triggers instant alerts.</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b="1" lang="en-IN" sz="2000">
                <a:solidFill>
                  <a:schemeClr val="lt1"/>
                </a:solidFill>
                <a:latin typeface="Times New Roman"/>
                <a:ea typeface="Times New Roman"/>
                <a:cs typeface="Times New Roman"/>
                <a:sym typeface="Times New Roman"/>
              </a:rPr>
              <a:t> Dashboard Display: </a:t>
            </a:r>
            <a:r>
              <a:rPr lang="en-IN" sz="2000">
                <a:solidFill>
                  <a:schemeClr val="lt1"/>
                </a:solidFill>
                <a:latin typeface="Times New Roman"/>
                <a:ea typeface="Times New Roman"/>
                <a:cs typeface="Times New Roman"/>
                <a:sym typeface="Times New Roman"/>
              </a:rPr>
              <a:t>Processed health data and alerts are visualized on a monitoring dashboard for doctors or caregivers.</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g3dca3a2cdde_0_13"/>
          <p:cNvPicPr preferRelativeResize="0"/>
          <p:nvPr/>
        </p:nvPicPr>
        <p:blipFill rotWithShape="1">
          <a:blip r:embed="rId3">
            <a:alphaModFix/>
          </a:blip>
          <a:srcRect b="7120" l="0" r="0" t="15827"/>
          <a:stretch/>
        </p:blipFill>
        <p:spPr>
          <a:xfrm>
            <a:off x="0" y="0"/>
            <a:ext cx="12192000" cy="6857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16" name="Shape 116"/>
        <p:cNvGrpSpPr/>
        <p:nvPr/>
      </p:nvGrpSpPr>
      <p:grpSpPr>
        <a:xfrm>
          <a:off x="0" y="0"/>
          <a:ext cx="0" cy="0"/>
          <a:chOff x="0" y="0"/>
          <a:chExt cx="0" cy="0"/>
        </a:xfrm>
      </p:grpSpPr>
      <p:sp>
        <p:nvSpPr>
          <p:cNvPr id="117" name="Google Shape;117;p11"/>
          <p:cNvSpPr txBox="1"/>
          <p:nvPr>
            <p:ph type="title"/>
          </p:nvPr>
        </p:nvSpPr>
        <p:spPr>
          <a:xfrm>
            <a:off x="917575" y="198056"/>
            <a:ext cx="10356900" cy="952800"/>
          </a:xfrm>
          <a:prstGeom prst="rect">
            <a:avLst/>
          </a:prstGeom>
          <a:noFill/>
          <a:ln>
            <a:noFill/>
          </a:ln>
        </p:spPr>
        <p:txBody>
          <a:bodyPr anchorCtr="0" anchor="t" bIns="0" lIns="0" spcFirstLastPara="1" rIns="0" wrap="square" tIns="272850">
            <a:spAutoFit/>
          </a:bodyPr>
          <a:lstStyle/>
          <a:p>
            <a:pPr indent="0" lvl="0" marL="12700" rtl="0" algn="l">
              <a:lnSpc>
                <a:spcPct val="100000"/>
              </a:lnSpc>
              <a:spcBef>
                <a:spcPts val="0"/>
              </a:spcBef>
              <a:spcAft>
                <a:spcPts val="0"/>
              </a:spcAft>
              <a:buNone/>
            </a:pPr>
            <a:r>
              <a:rPr lang="en-IN">
                <a:solidFill>
                  <a:srgbClr val="F4CCCC"/>
                </a:solidFill>
                <a:latin typeface="Comic Sans MS"/>
                <a:ea typeface="Comic Sans MS"/>
                <a:cs typeface="Comic Sans MS"/>
                <a:sym typeface="Comic Sans MS"/>
              </a:rPr>
              <a:t>Tools &amp; Technologies Used:</a:t>
            </a:r>
            <a:endParaRPr>
              <a:solidFill>
                <a:srgbClr val="F4CCCC"/>
              </a:solidFill>
              <a:latin typeface="Comic Sans MS"/>
              <a:ea typeface="Comic Sans MS"/>
              <a:cs typeface="Comic Sans MS"/>
              <a:sym typeface="Comic Sans MS"/>
            </a:endParaRPr>
          </a:p>
        </p:txBody>
      </p:sp>
      <p:sp>
        <p:nvSpPr>
          <p:cNvPr id="118" name="Google Shape;118;p11"/>
          <p:cNvSpPr txBox="1"/>
          <p:nvPr>
            <p:ph idx="12" type="sldNum"/>
          </p:nvPr>
        </p:nvSpPr>
        <p:spPr>
          <a:xfrm>
            <a:off x="11101451" y="6472554"/>
            <a:ext cx="2160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19" name="Google Shape;119;p11"/>
          <p:cNvSpPr txBox="1"/>
          <p:nvPr/>
        </p:nvSpPr>
        <p:spPr>
          <a:xfrm>
            <a:off x="653138" y="1379750"/>
            <a:ext cx="6308700" cy="48639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IN" sz="1600">
                <a:solidFill>
                  <a:schemeClr val="lt1"/>
                </a:solidFill>
                <a:latin typeface="Times New Roman"/>
                <a:ea typeface="Times New Roman"/>
                <a:cs typeface="Times New Roman"/>
                <a:sym typeface="Times New Roman"/>
              </a:rPr>
              <a:t>PROGRAMMING LANGUAGES &amp; SOFTWARE TECHNOLOGIES:</a:t>
            </a:r>
            <a:endParaRPr b="1"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IN" sz="1600">
                <a:solidFill>
                  <a:schemeClr val="lt1"/>
                </a:solidFill>
                <a:latin typeface="Times New Roman"/>
                <a:ea typeface="Times New Roman"/>
                <a:cs typeface="Times New Roman"/>
                <a:sym typeface="Times New Roman"/>
              </a:rPr>
              <a:t>1. Core Development Language: TypeScript</a:t>
            </a:r>
            <a:endParaRPr sz="1600">
              <a:solidFill>
                <a:schemeClr val="lt1"/>
              </a:solidFill>
              <a:latin typeface="Times New Roman"/>
              <a:ea typeface="Times New Roman"/>
              <a:cs typeface="Times New Roman"/>
              <a:sym typeface="Times New Roman"/>
            </a:endParaRPr>
          </a:p>
          <a:p>
            <a:pPr indent="457200" lvl="0" marL="0" rtl="0" algn="l">
              <a:spcBef>
                <a:spcPts val="0"/>
              </a:spcBef>
              <a:spcAft>
                <a:spcPts val="0"/>
              </a:spcAft>
              <a:buNone/>
            </a:pPr>
            <a:r>
              <a:rPr i="1" lang="en-IN" sz="1600">
                <a:solidFill>
                  <a:schemeClr val="lt1"/>
                </a:solidFill>
                <a:latin typeface="Times New Roman"/>
                <a:ea typeface="Times New Roman"/>
                <a:cs typeface="Times New Roman"/>
                <a:sym typeface="Times New Roman"/>
              </a:rPr>
              <a:t>The foundation for type-safe, robust application logic.</a:t>
            </a:r>
            <a:endParaRPr i="1"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IN" sz="1600">
                <a:solidFill>
                  <a:schemeClr val="lt1"/>
                </a:solidFill>
                <a:latin typeface="Times New Roman"/>
                <a:ea typeface="Times New Roman"/>
                <a:cs typeface="Times New Roman"/>
                <a:sym typeface="Times New Roman"/>
              </a:rPr>
              <a:t>2. Frontend Architecture: React Framework</a:t>
            </a:r>
            <a:endParaRPr sz="1600">
              <a:solidFill>
                <a:schemeClr val="lt1"/>
              </a:solidFill>
              <a:latin typeface="Times New Roman"/>
              <a:ea typeface="Times New Roman"/>
              <a:cs typeface="Times New Roman"/>
              <a:sym typeface="Times New Roman"/>
            </a:endParaRPr>
          </a:p>
          <a:p>
            <a:pPr indent="457200" lvl="0" marL="0" rtl="0" algn="l">
              <a:spcBef>
                <a:spcPts val="0"/>
              </a:spcBef>
              <a:spcAft>
                <a:spcPts val="0"/>
              </a:spcAft>
              <a:buNone/>
            </a:pPr>
            <a:r>
              <a:rPr i="1" lang="en-IN" sz="1600">
                <a:solidFill>
                  <a:schemeClr val="lt1"/>
                </a:solidFill>
                <a:latin typeface="Times New Roman"/>
                <a:ea typeface="Times New Roman"/>
                <a:cs typeface="Times New Roman"/>
                <a:sym typeface="Times New Roman"/>
              </a:rPr>
              <a:t>Component-based UI for real-time health monitoring.</a:t>
            </a:r>
            <a:endParaRPr i="1"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IN" sz="1600">
                <a:solidFill>
                  <a:schemeClr val="lt1"/>
                </a:solidFill>
                <a:latin typeface="Times New Roman"/>
                <a:ea typeface="Times New Roman"/>
                <a:cs typeface="Times New Roman"/>
                <a:sym typeface="Times New Roman"/>
              </a:rPr>
              <a:t>3. Modern Styling Engine: Tailwind CSS</a:t>
            </a:r>
            <a:endParaRPr sz="1600">
              <a:solidFill>
                <a:schemeClr val="lt1"/>
              </a:solidFill>
              <a:latin typeface="Times New Roman"/>
              <a:ea typeface="Times New Roman"/>
              <a:cs typeface="Times New Roman"/>
              <a:sym typeface="Times New Roman"/>
            </a:endParaRPr>
          </a:p>
          <a:p>
            <a:pPr indent="457200" lvl="0" marL="0" rtl="0" algn="l">
              <a:spcBef>
                <a:spcPts val="0"/>
              </a:spcBef>
              <a:spcAft>
                <a:spcPts val="0"/>
              </a:spcAft>
              <a:buNone/>
            </a:pPr>
            <a:r>
              <a:rPr i="1" lang="en-IN" sz="1600">
                <a:solidFill>
                  <a:schemeClr val="lt1"/>
                </a:solidFill>
                <a:latin typeface="Times New Roman"/>
                <a:ea typeface="Times New Roman"/>
                <a:cs typeface="Times New Roman"/>
                <a:sym typeface="Times New Roman"/>
              </a:rPr>
              <a:t>Utility-first design for a responsive and professional interface.</a:t>
            </a:r>
            <a:endParaRPr i="1"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IN" sz="1600">
                <a:solidFill>
                  <a:schemeClr val="lt1"/>
                </a:solidFill>
                <a:latin typeface="Times New Roman"/>
                <a:ea typeface="Times New Roman"/>
                <a:cs typeface="Times New Roman"/>
                <a:sym typeface="Times New Roman"/>
              </a:rPr>
              <a:t>4. Structural Foundation: HTML5 &amp; CSS3</a:t>
            </a:r>
            <a:endParaRPr sz="1600">
              <a:solidFill>
                <a:schemeClr val="lt1"/>
              </a:solidFill>
              <a:latin typeface="Times New Roman"/>
              <a:ea typeface="Times New Roman"/>
              <a:cs typeface="Times New Roman"/>
              <a:sym typeface="Times New Roman"/>
            </a:endParaRPr>
          </a:p>
          <a:p>
            <a:pPr indent="457200" lvl="0" marL="0" rtl="0" algn="l">
              <a:spcBef>
                <a:spcPts val="0"/>
              </a:spcBef>
              <a:spcAft>
                <a:spcPts val="0"/>
              </a:spcAft>
              <a:buNone/>
            </a:pPr>
            <a:r>
              <a:rPr i="1" lang="en-IN" sz="1600">
                <a:solidFill>
                  <a:schemeClr val="lt1"/>
                </a:solidFill>
                <a:latin typeface="Times New Roman"/>
                <a:ea typeface="Times New Roman"/>
                <a:cs typeface="Times New Roman"/>
                <a:sym typeface="Times New Roman"/>
              </a:rPr>
              <a:t>The standard building blocks for web-based applications.</a:t>
            </a:r>
            <a:endParaRPr i="1"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IN" sz="1600">
                <a:solidFill>
                  <a:schemeClr val="lt1"/>
                </a:solidFill>
                <a:latin typeface="Times New Roman"/>
                <a:ea typeface="Times New Roman"/>
                <a:cs typeface="Times New Roman"/>
                <a:sym typeface="Times New Roman"/>
              </a:rPr>
              <a:t>5. Configuration &amp; Metadata: JSON</a:t>
            </a:r>
            <a:endParaRPr sz="1600">
              <a:solidFill>
                <a:schemeClr val="lt1"/>
              </a:solidFill>
              <a:latin typeface="Times New Roman"/>
              <a:ea typeface="Times New Roman"/>
              <a:cs typeface="Times New Roman"/>
              <a:sym typeface="Times New Roman"/>
            </a:endParaRPr>
          </a:p>
          <a:p>
            <a:pPr indent="457200" lvl="0" marL="0" rtl="0" algn="l">
              <a:spcBef>
                <a:spcPts val="0"/>
              </a:spcBef>
              <a:spcAft>
                <a:spcPts val="0"/>
              </a:spcAft>
              <a:buNone/>
            </a:pPr>
            <a:r>
              <a:rPr i="1" lang="en-IN" sz="1600">
                <a:solidFill>
                  <a:schemeClr val="lt1"/>
                </a:solidFill>
                <a:latin typeface="Times New Roman"/>
                <a:ea typeface="Times New Roman"/>
                <a:cs typeface="Times New Roman"/>
                <a:sym typeface="Times New Roman"/>
              </a:rPr>
              <a:t>Managing project dependencies and application settings.</a:t>
            </a:r>
            <a:endParaRPr i="1"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IN" sz="1600">
                <a:solidFill>
                  <a:schemeClr val="lt1"/>
                </a:solidFill>
                <a:latin typeface="Times New Roman"/>
                <a:ea typeface="Times New Roman"/>
                <a:cs typeface="Times New Roman"/>
                <a:sym typeface="Times New Roman"/>
              </a:rPr>
              <a:t>6. Build System &amp; Tooling: Vite</a:t>
            </a:r>
            <a:endParaRPr sz="1600">
              <a:solidFill>
                <a:schemeClr val="lt1"/>
              </a:solidFill>
              <a:latin typeface="Times New Roman"/>
              <a:ea typeface="Times New Roman"/>
              <a:cs typeface="Times New Roman"/>
              <a:sym typeface="Times New Roman"/>
            </a:endParaRPr>
          </a:p>
          <a:p>
            <a:pPr indent="457200" lvl="0" marL="0" rtl="0" algn="l">
              <a:spcBef>
                <a:spcPts val="0"/>
              </a:spcBef>
              <a:spcAft>
                <a:spcPts val="0"/>
              </a:spcAft>
              <a:buNone/>
            </a:pPr>
            <a:r>
              <a:rPr i="1" lang="en-IN" sz="1600">
                <a:solidFill>
                  <a:schemeClr val="lt1"/>
                </a:solidFill>
                <a:latin typeface="Times New Roman"/>
                <a:ea typeface="Times New Roman"/>
                <a:cs typeface="Times New Roman"/>
                <a:sym typeface="Times New Roman"/>
              </a:rPr>
              <a:t>High-performance development and production bundling.</a:t>
            </a:r>
            <a:endParaRPr i="1"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IN" sz="1600">
                <a:solidFill>
                  <a:schemeClr val="lt1"/>
                </a:solidFill>
                <a:latin typeface="Times New Roman"/>
                <a:ea typeface="Times New Roman"/>
                <a:cs typeface="Times New Roman"/>
                <a:sym typeface="Times New Roman"/>
              </a:rPr>
              <a:t>7. Specialized Libraries &amp; Web APIs</a:t>
            </a:r>
            <a:endParaRPr sz="16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rPr i="1" lang="en-IN" sz="1600">
                <a:solidFill>
                  <a:schemeClr val="lt1"/>
                </a:solidFill>
                <a:latin typeface="Times New Roman"/>
                <a:ea typeface="Times New Roman"/>
                <a:cs typeface="Times New Roman"/>
                <a:sym typeface="Times New Roman"/>
              </a:rPr>
              <a:t>Integrating Hardware (Web Serial), Voice (Web Audio), and Location (Geolocation).</a:t>
            </a:r>
            <a:endParaRPr i="1" sz="1600">
              <a:solidFill>
                <a:schemeClr val="lt1"/>
              </a:solidFill>
              <a:latin typeface="Times New Roman"/>
              <a:ea typeface="Times New Roman"/>
              <a:cs typeface="Times New Roman"/>
              <a:sym typeface="Times New Roman"/>
            </a:endParaRPr>
          </a:p>
          <a:p>
            <a:pPr indent="457200" lvl="0" marL="0" rtl="0" algn="l">
              <a:spcBef>
                <a:spcPts val="0"/>
              </a:spcBef>
              <a:spcAft>
                <a:spcPts val="0"/>
              </a:spcAft>
              <a:buNone/>
            </a:pPr>
            <a:r>
              <a:rPr i="1" lang="en-IN" sz="1600">
                <a:solidFill>
                  <a:schemeClr val="lt1"/>
                </a:solidFill>
                <a:latin typeface="Times New Roman"/>
                <a:ea typeface="Times New Roman"/>
                <a:cs typeface="Times New Roman"/>
                <a:sym typeface="Times New Roman"/>
              </a:rPr>
              <a:t>Data Visualization with Recharts and Motion Animations.</a:t>
            </a:r>
            <a:endParaRPr i="1" sz="1600">
              <a:solidFill>
                <a:schemeClr val="lt1"/>
              </a:solidFill>
              <a:latin typeface="Times New Roman"/>
              <a:ea typeface="Times New Roman"/>
              <a:cs typeface="Times New Roman"/>
              <a:sym typeface="Times New Roman"/>
            </a:endParaRPr>
          </a:p>
        </p:txBody>
      </p:sp>
      <p:sp>
        <p:nvSpPr>
          <p:cNvPr id="120" name="Google Shape;120;p11"/>
          <p:cNvSpPr txBox="1"/>
          <p:nvPr/>
        </p:nvSpPr>
        <p:spPr>
          <a:xfrm>
            <a:off x="7356863" y="1565225"/>
            <a:ext cx="4182000" cy="24012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IN" sz="1600">
                <a:solidFill>
                  <a:srgbClr val="FFFFFF"/>
                </a:solidFill>
                <a:latin typeface="Times New Roman"/>
                <a:ea typeface="Times New Roman"/>
                <a:cs typeface="Times New Roman"/>
                <a:sym typeface="Times New Roman"/>
              </a:rPr>
              <a:t> </a:t>
            </a:r>
            <a:r>
              <a:rPr b="1" lang="en-IN" sz="1600">
                <a:solidFill>
                  <a:srgbClr val="FFFFFF"/>
                </a:solidFill>
                <a:latin typeface="Times New Roman"/>
                <a:ea typeface="Times New Roman"/>
                <a:cs typeface="Times New Roman"/>
                <a:sym typeface="Times New Roman"/>
              </a:rPr>
              <a:t>Hardware tools:</a:t>
            </a:r>
            <a:endParaRPr b="1" sz="16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rgbClr val="FFFFFF"/>
              </a:solidFill>
              <a:latin typeface="Times New Roman"/>
              <a:ea typeface="Times New Roman"/>
              <a:cs typeface="Times New Roman"/>
              <a:sym typeface="Times New Roman"/>
            </a:endParaRPr>
          </a:p>
          <a:p>
            <a:pPr indent="-330200" lvl="0" marL="457200" rtl="0" algn="l">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Xilinx FPGA Board</a:t>
            </a:r>
            <a:endParaRPr sz="1600">
              <a:solidFill>
                <a:srgbClr val="FFFFFF"/>
              </a:solidFill>
              <a:latin typeface="Times New Roman"/>
              <a:ea typeface="Times New Roman"/>
              <a:cs typeface="Times New Roman"/>
              <a:sym typeface="Times New Roman"/>
            </a:endParaRPr>
          </a:p>
          <a:p>
            <a:pPr indent="-330200" lvl="0" marL="457200" rtl="0" algn="l">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Heart Rate Sensor (ECG / Pulse Sensor) </a:t>
            </a:r>
            <a:endParaRPr sz="1600">
              <a:solidFill>
                <a:srgbClr val="FFFFFF"/>
              </a:solidFill>
              <a:latin typeface="Times New Roman"/>
              <a:ea typeface="Times New Roman"/>
              <a:cs typeface="Times New Roman"/>
              <a:sym typeface="Times New Roman"/>
            </a:endParaRPr>
          </a:p>
          <a:p>
            <a:pPr indent="-330200" lvl="0" marL="457200" rtl="0" algn="l">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SpO₂ Sensor (Pulse Oximeter) </a:t>
            </a:r>
            <a:endParaRPr sz="1600">
              <a:solidFill>
                <a:srgbClr val="FFFFFF"/>
              </a:solidFill>
              <a:latin typeface="Times New Roman"/>
              <a:ea typeface="Times New Roman"/>
              <a:cs typeface="Times New Roman"/>
              <a:sym typeface="Times New Roman"/>
            </a:endParaRPr>
          </a:p>
          <a:p>
            <a:pPr indent="-330200" lvl="0" marL="457200" rtl="0" algn="l">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Temperature Sensor </a:t>
            </a:r>
            <a:endParaRPr sz="1600">
              <a:solidFill>
                <a:srgbClr val="FFFFFF"/>
              </a:solidFill>
              <a:latin typeface="Times New Roman"/>
              <a:ea typeface="Times New Roman"/>
              <a:cs typeface="Times New Roman"/>
              <a:sym typeface="Times New Roman"/>
            </a:endParaRPr>
          </a:p>
          <a:p>
            <a:pPr indent="-330200" lvl="0" marL="457200" rtl="0" algn="l">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Blood Pressure Sensor </a:t>
            </a:r>
            <a:endParaRPr sz="1600">
              <a:solidFill>
                <a:srgbClr val="FFFFFF"/>
              </a:solidFill>
              <a:latin typeface="Times New Roman"/>
              <a:ea typeface="Times New Roman"/>
              <a:cs typeface="Times New Roman"/>
              <a:sym typeface="Times New Roman"/>
            </a:endParaRPr>
          </a:p>
          <a:p>
            <a:pPr indent="-330200" lvl="0" marL="457200" rtl="0" algn="l">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Signal Conditioning / ADC Module</a:t>
            </a:r>
            <a:endParaRPr sz="1600">
              <a:solidFill>
                <a:srgbClr val="FFFFFF"/>
              </a:solidFill>
              <a:latin typeface="Times New Roman"/>
              <a:ea typeface="Times New Roman"/>
              <a:cs typeface="Times New Roman"/>
              <a:sym typeface="Times New Roman"/>
            </a:endParaRPr>
          </a:p>
          <a:p>
            <a:pPr indent="-330200" lvl="0" marL="457200" rtl="0" algn="l">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Display / Dashboard Interface </a:t>
            </a:r>
            <a:endParaRPr sz="1600">
              <a:solidFill>
                <a:srgbClr val="FFFFFF"/>
              </a:solidFill>
              <a:latin typeface="Times New Roman"/>
              <a:ea typeface="Times New Roman"/>
              <a:cs typeface="Times New Roman"/>
              <a:sym typeface="Times New Roman"/>
            </a:endParaRPr>
          </a:p>
        </p:txBody>
      </p:sp>
      <p:sp>
        <p:nvSpPr>
          <p:cNvPr id="121" name="Google Shape;121;p11"/>
          <p:cNvSpPr txBox="1"/>
          <p:nvPr/>
        </p:nvSpPr>
        <p:spPr>
          <a:xfrm>
            <a:off x="7356863" y="4267375"/>
            <a:ext cx="3904200" cy="16407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300"/>
              </a:spcBef>
              <a:spcAft>
                <a:spcPts val="0"/>
              </a:spcAft>
              <a:buNone/>
            </a:pPr>
            <a:r>
              <a:rPr lang="en-IN" sz="1600">
                <a:solidFill>
                  <a:srgbClr val="FFFFFF"/>
                </a:solidFill>
                <a:latin typeface="Times New Roman"/>
                <a:ea typeface="Times New Roman"/>
                <a:cs typeface="Times New Roman"/>
                <a:sym typeface="Times New Roman"/>
              </a:rPr>
              <a:t>Simulation Platforms:</a:t>
            </a:r>
            <a:endParaRPr sz="1600">
              <a:solidFill>
                <a:srgbClr val="FFFFFF"/>
              </a:solidFill>
              <a:latin typeface="Times New Roman"/>
              <a:ea typeface="Times New Roman"/>
              <a:cs typeface="Times New Roman"/>
              <a:sym typeface="Times New Roman"/>
            </a:endParaRPr>
          </a:p>
          <a:p>
            <a:pPr indent="-330200" lvl="0" marL="457200" rtl="0" algn="l">
              <a:lnSpc>
                <a:spcPct val="115000"/>
              </a:lnSpc>
              <a:spcBef>
                <a:spcPts val="60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Verilog HDL</a:t>
            </a:r>
            <a:endParaRPr sz="1600">
              <a:solidFill>
                <a:srgbClr val="FFFFF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EDA Playground</a:t>
            </a:r>
            <a:endParaRPr sz="1600">
              <a:solidFill>
                <a:srgbClr val="FFFFF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EPWave Waveform Analyzer</a:t>
            </a:r>
            <a:endParaRPr sz="1600">
              <a:solidFill>
                <a:srgbClr val="FFFFFF"/>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FFFFFF"/>
              </a:buClr>
              <a:buSzPts val="1600"/>
              <a:buFont typeface="Times New Roman"/>
              <a:buChar char="●"/>
            </a:pPr>
            <a:r>
              <a:rPr lang="en-IN" sz="1600">
                <a:solidFill>
                  <a:srgbClr val="FFFFFF"/>
                </a:solidFill>
                <a:latin typeface="Times New Roman"/>
                <a:ea typeface="Times New Roman"/>
                <a:cs typeface="Times New Roman"/>
                <a:sym typeface="Times New Roman"/>
              </a:rPr>
              <a:t>Testbench-based signal simulation</a:t>
            </a:r>
            <a:endParaRPr sz="1600">
              <a:solidFill>
                <a:srgbClr val="FFFFFF"/>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ca3a2cdde_0_74"/>
          <p:cNvSpPr txBox="1"/>
          <p:nvPr>
            <p:ph type="title"/>
          </p:nvPr>
        </p:nvSpPr>
        <p:spPr>
          <a:xfrm>
            <a:off x="917575" y="198056"/>
            <a:ext cx="10356900" cy="677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IN">
                <a:solidFill>
                  <a:srgbClr val="F4CCCC"/>
                </a:solidFill>
                <a:latin typeface="Comic Sans MS"/>
                <a:ea typeface="Comic Sans MS"/>
                <a:cs typeface="Comic Sans MS"/>
                <a:sym typeface="Comic Sans MS"/>
              </a:rPr>
              <a:t>Software Simulations</a:t>
            </a:r>
            <a:endParaRPr>
              <a:solidFill>
                <a:srgbClr val="F4CCCC"/>
              </a:solidFill>
              <a:latin typeface="Comic Sans MS"/>
              <a:ea typeface="Comic Sans MS"/>
              <a:cs typeface="Comic Sans MS"/>
              <a:sym typeface="Comic Sans MS"/>
            </a:endParaRPr>
          </a:p>
        </p:txBody>
      </p:sp>
      <p:pic>
        <p:nvPicPr>
          <p:cNvPr id="127" name="Google Shape;127;g3dca3a2cdde_0_74"/>
          <p:cNvPicPr preferRelativeResize="0"/>
          <p:nvPr/>
        </p:nvPicPr>
        <p:blipFill>
          <a:blip r:embed="rId3">
            <a:alphaModFix/>
          </a:blip>
          <a:stretch>
            <a:fillRect/>
          </a:stretch>
        </p:blipFill>
        <p:spPr>
          <a:xfrm>
            <a:off x="152400" y="1027856"/>
            <a:ext cx="11887200" cy="4703283"/>
          </a:xfrm>
          <a:prstGeom prst="rect">
            <a:avLst/>
          </a:prstGeom>
          <a:noFill/>
          <a:ln>
            <a:noFill/>
          </a:ln>
        </p:spPr>
      </p:pic>
      <p:sp>
        <p:nvSpPr>
          <p:cNvPr id="128" name="Google Shape;128;g3dca3a2cdde_0_74"/>
          <p:cNvSpPr txBox="1"/>
          <p:nvPr/>
        </p:nvSpPr>
        <p:spPr>
          <a:xfrm>
            <a:off x="1192100" y="5982525"/>
            <a:ext cx="9921900" cy="38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sz="1800">
                <a:solidFill>
                  <a:schemeClr val="lt1"/>
                </a:solidFill>
                <a:latin typeface="Times New Roman"/>
                <a:ea typeface="Times New Roman"/>
                <a:cs typeface="Times New Roman"/>
                <a:sym typeface="Times New Roman"/>
              </a:rPr>
              <a:t>Simulations of different cases in people</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dca3a2cdde_0_81"/>
          <p:cNvSpPr txBox="1"/>
          <p:nvPr>
            <p:ph type="title"/>
          </p:nvPr>
        </p:nvSpPr>
        <p:spPr>
          <a:xfrm>
            <a:off x="573625" y="145156"/>
            <a:ext cx="10356900" cy="677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IN">
                <a:solidFill>
                  <a:srgbClr val="F4CCCC"/>
                </a:solidFill>
                <a:latin typeface="Comic Sans MS"/>
                <a:ea typeface="Comic Sans MS"/>
                <a:cs typeface="Comic Sans MS"/>
                <a:sym typeface="Comic Sans MS"/>
              </a:rPr>
              <a:t>Software Simulations</a:t>
            </a:r>
            <a:endParaRPr>
              <a:solidFill>
                <a:srgbClr val="F4CCCC"/>
              </a:solidFill>
              <a:latin typeface="Comic Sans MS"/>
              <a:ea typeface="Comic Sans MS"/>
              <a:cs typeface="Comic Sans MS"/>
              <a:sym typeface="Comic Sans MS"/>
            </a:endParaRPr>
          </a:p>
        </p:txBody>
      </p:sp>
      <p:pic>
        <p:nvPicPr>
          <p:cNvPr id="134" name="Google Shape;134;g3dca3a2cdde_0_81" title="Screen Recording 2026-03-28 133815.mp4">
            <a:hlinkClick r:id="rId3"/>
          </p:cNvPr>
          <p:cNvPicPr preferRelativeResize="0"/>
          <p:nvPr/>
        </p:nvPicPr>
        <p:blipFill>
          <a:blip r:embed="rId4">
            <a:alphaModFix/>
          </a:blip>
          <a:stretch>
            <a:fillRect/>
          </a:stretch>
        </p:blipFill>
        <p:spPr>
          <a:xfrm>
            <a:off x="1703238" y="698525"/>
            <a:ext cx="8097676" cy="6073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38" name="Shape 138"/>
        <p:cNvGrpSpPr/>
        <p:nvPr/>
      </p:nvGrpSpPr>
      <p:grpSpPr>
        <a:xfrm>
          <a:off x="0" y="0"/>
          <a:ext cx="0" cy="0"/>
          <a:chOff x="0" y="0"/>
          <a:chExt cx="0" cy="0"/>
        </a:xfrm>
      </p:grpSpPr>
      <p:sp>
        <p:nvSpPr>
          <p:cNvPr id="139" name="Google Shape;139;g3dca3a2cdde_0_42"/>
          <p:cNvSpPr txBox="1"/>
          <p:nvPr>
            <p:ph type="title"/>
          </p:nvPr>
        </p:nvSpPr>
        <p:spPr>
          <a:xfrm>
            <a:off x="917575" y="198056"/>
            <a:ext cx="10356900" cy="952800"/>
          </a:xfrm>
          <a:prstGeom prst="rect">
            <a:avLst/>
          </a:prstGeom>
          <a:noFill/>
          <a:ln>
            <a:noFill/>
          </a:ln>
        </p:spPr>
        <p:txBody>
          <a:bodyPr anchorCtr="0" anchor="t" bIns="0" lIns="0" spcFirstLastPara="1" rIns="0" wrap="square" tIns="272850">
            <a:spAutoFit/>
          </a:bodyPr>
          <a:lstStyle/>
          <a:p>
            <a:pPr indent="0" lvl="0" marL="12700" rtl="0" algn="l">
              <a:lnSpc>
                <a:spcPct val="100000"/>
              </a:lnSpc>
              <a:spcBef>
                <a:spcPts val="0"/>
              </a:spcBef>
              <a:spcAft>
                <a:spcPts val="0"/>
              </a:spcAft>
              <a:buNone/>
            </a:pPr>
            <a:r>
              <a:rPr lang="en-IN">
                <a:solidFill>
                  <a:srgbClr val="F4CCCC"/>
                </a:solidFill>
                <a:latin typeface="Comic Sans MS"/>
                <a:ea typeface="Comic Sans MS"/>
                <a:cs typeface="Comic Sans MS"/>
                <a:sym typeface="Comic Sans MS"/>
              </a:rPr>
              <a:t>WORK TO BE DONE</a:t>
            </a:r>
            <a:endParaRPr>
              <a:solidFill>
                <a:srgbClr val="F4CCCC"/>
              </a:solidFill>
              <a:latin typeface="Comic Sans MS"/>
              <a:ea typeface="Comic Sans MS"/>
              <a:cs typeface="Comic Sans MS"/>
              <a:sym typeface="Comic Sans MS"/>
            </a:endParaRPr>
          </a:p>
        </p:txBody>
      </p:sp>
      <p:sp>
        <p:nvSpPr>
          <p:cNvPr id="140" name="Google Shape;140;g3dca3a2cdde_0_42"/>
          <p:cNvSpPr txBox="1"/>
          <p:nvPr>
            <p:ph idx="12" type="sldNum"/>
          </p:nvPr>
        </p:nvSpPr>
        <p:spPr>
          <a:xfrm>
            <a:off x="11101451" y="6472554"/>
            <a:ext cx="2160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41" name="Google Shape;141;g3dca3a2cdde_0_42"/>
          <p:cNvSpPr txBox="1"/>
          <p:nvPr/>
        </p:nvSpPr>
        <p:spPr>
          <a:xfrm>
            <a:off x="1069050" y="1547375"/>
            <a:ext cx="8341800" cy="44946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Integration of real biomedical sensors with the FPGA hardware</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 Implementation of the system on a physical FPGA board (Xilinx platform)</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Development of a real-time monitoring dashboard interface</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Testing the system with real patient data for accuracy validation</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Optimization of FPGA design for low power and high efficiency</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Expansion to support remote monitoring using IoT connectivity</a:t>
            </a:r>
            <a:endParaRPr sz="2000">
              <a:solidFill>
                <a:schemeClr val="lt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AutoNum type="arabicPeriod"/>
            </a:pPr>
            <a:r>
              <a:rPr lang="en-IN" sz="2000">
                <a:solidFill>
                  <a:schemeClr val="lt1"/>
                </a:solidFill>
                <a:latin typeface="Times New Roman"/>
                <a:ea typeface="Times New Roman"/>
                <a:cs typeface="Times New Roman"/>
                <a:sym typeface="Times New Roman"/>
              </a:rPr>
              <a:t> Enhancement of system with AI-based health prediction (future scope)</a:t>
            </a:r>
            <a:endParaRPr sz="20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p13"/>
          <p:cNvSpPr txBox="1"/>
          <p:nvPr/>
        </p:nvSpPr>
        <p:spPr>
          <a:xfrm>
            <a:off x="3633851" y="6472554"/>
            <a:ext cx="8046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b="1" lang="en-IN" sz="1200">
                <a:solidFill>
                  <a:schemeClr val="lt1"/>
                </a:solidFill>
                <a:latin typeface="Calibri"/>
                <a:ea typeface="Calibri"/>
                <a:cs typeface="Calibri"/>
                <a:sym typeface="Calibri"/>
              </a:rPr>
              <a:t>Dept. of ECE</a:t>
            </a:r>
            <a:endParaRPr sz="1200">
              <a:solidFill>
                <a:schemeClr val="lt1"/>
              </a:solidFill>
              <a:latin typeface="Calibri"/>
              <a:ea typeface="Calibri"/>
              <a:cs typeface="Calibri"/>
              <a:sym typeface="Calibri"/>
            </a:endParaRPr>
          </a:p>
        </p:txBody>
      </p:sp>
      <p:sp>
        <p:nvSpPr>
          <p:cNvPr id="147" name="Google Shape;147;p13"/>
          <p:cNvSpPr txBox="1"/>
          <p:nvPr>
            <p:ph idx="12" type="sldNum"/>
          </p:nvPr>
        </p:nvSpPr>
        <p:spPr>
          <a:xfrm>
            <a:off x="11101451" y="6472554"/>
            <a:ext cx="216000" cy="184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48" name="Google Shape;148;p13"/>
          <p:cNvSpPr txBox="1"/>
          <p:nvPr>
            <p:ph type="title"/>
          </p:nvPr>
        </p:nvSpPr>
        <p:spPr>
          <a:xfrm>
            <a:off x="272025" y="56446"/>
            <a:ext cx="10442400" cy="1109400"/>
          </a:xfrm>
          <a:prstGeom prst="rect">
            <a:avLst/>
          </a:prstGeom>
          <a:noFill/>
          <a:ln>
            <a:noFill/>
          </a:ln>
        </p:spPr>
        <p:txBody>
          <a:bodyPr anchorCtr="0" anchor="t" bIns="0" lIns="0" spcFirstLastPara="1" rIns="0" wrap="square" tIns="427725">
            <a:spAutoFit/>
          </a:bodyPr>
          <a:lstStyle/>
          <a:p>
            <a:pPr indent="0" lvl="0" marL="12700" rtl="0" algn="l">
              <a:lnSpc>
                <a:spcPct val="100000"/>
              </a:lnSpc>
              <a:spcBef>
                <a:spcPts val="0"/>
              </a:spcBef>
              <a:spcAft>
                <a:spcPts val="0"/>
              </a:spcAft>
              <a:buNone/>
            </a:pPr>
            <a:r>
              <a:rPr lang="en-IN">
                <a:solidFill>
                  <a:srgbClr val="F4CCCC"/>
                </a:solidFill>
                <a:latin typeface="Comic Sans MS"/>
                <a:ea typeface="Comic Sans MS"/>
                <a:cs typeface="Comic Sans MS"/>
                <a:sym typeface="Comic Sans MS"/>
              </a:rPr>
              <a:t>Expected Outcomes:</a:t>
            </a:r>
            <a:endParaRPr>
              <a:solidFill>
                <a:srgbClr val="F4CCCC"/>
              </a:solidFill>
              <a:latin typeface="Comic Sans MS"/>
              <a:ea typeface="Comic Sans MS"/>
              <a:cs typeface="Comic Sans MS"/>
              <a:sym typeface="Comic Sans MS"/>
            </a:endParaRPr>
          </a:p>
        </p:txBody>
      </p:sp>
      <p:grpSp>
        <p:nvGrpSpPr>
          <p:cNvPr id="149" name="Google Shape;149;p13"/>
          <p:cNvGrpSpPr/>
          <p:nvPr/>
        </p:nvGrpSpPr>
        <p:grpSpPr>
          <a:xfrm>
            <a:off x="272035" y="1505363"/>
            <a:ext cx="11647927" cy="4237681"/>
            <a:chOff x="263148" y="1082038"/>
            <a:chExt cx="11647927" cy="4237681"/>
          </a:xfrm>
        </p:grpSpPr>
        <p:sp>
          <p:nvSpPr>
            <p:cNvPr id="150" name="Google Shape;150;p13"/>
            <p:cNvSpPr txBox="1"/>
            <p:nvPr/>
          </p:nvSpPr>
          <p:spPr>
            <a:xfrm>
              <a:off x="5662075" y="1665025"/>
              <a:ext cx="6249000" cy="35520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12700" marR="5080" rtl="0" algn="l">
                <a:lnSpc>
                  <a:spcPct val="115000"/>
                </a:lnSpc>
                <a:spcBef>
                  <a:spcPts val="1055"/>
                </a:spcBef>
                <a:spcAft>
                  <a:spcPts val="0"/>
                </a:spcAft>
                <a:buNone/>
              </a:pPr>
              <a:r>
                <a:rPr lang="en-IN" sz="1800">
                  <a:solidFill>
                    <a:schemeClr val="lt1"/>
                  </a:solidFill>
                  <a:latin typeface="Times New Roman"/>
                  <a:ea typeface="Times New Roman"/>
                  <a:cs typeface="Times New Roman"/>
                  <a:sym typeface="Times New Roman"/>
                </a:rPr>
                <a:t>* Instant alert generation for abnormal health conditions</a:t>
              </a:r>
              <a:endParaRPr sz="1800">
                <a:solidFill>
                  <a:schemeClr val="lt1"/>
                </a:solidFill>
                <a:latin typeface="Times New Roman"/>
                <a:ea typeface="Times New Roman"/>
                <a:cs typeface="Times New Roman"/>
                <a:sym typeface="Times New Roman"/>
              </a:endParaRPr>
            </a:p>
            <a:p>
              <a:pPr indent="0" lvl="0" marL="12700" marR="5080" rtl="0" algn="l">
                <a:lnSpc>
                  <a:spcPct val="115000"/>
                </a:lnSpc>
                <a:spcBef>
                  <a:spcPts val="1055"/>
                </a:spcBef>
                <a:spcAft>
                  <a:spcPts val="0"/>
                </a:spcAft>
                <a:buNone/>
              </a:pPr>
              <a:r>
                <a:rPr lang="en-IN" sz="1800">
                  <a:solidFill>
                    <a:schemeClr val="lt1"/>
                  </a:solidFill>
                  <a:latin typeface="Times New Roman"/>
                  <a:ea typeface="Times New Roman"/>
                  <a:cs typeface="Times New Roman"/>
                  <a:sym typeface="Times New Roman"/>
                </a:rPr>
                <a:t>* Demonstration of parallel processing capability of FPGA for multi-patient monitoring</a:t>
              </a:r>
              <a:endParaRPr sz="1800">
                <a:solidFill>
                  <a:schemeClr val="lt1"/>
                </a:solidFill>
                <a:latin typeface="Times New Roman"/>
                <a:ea typeface="Times New Roman"/>
                <a:cs typeface="Times New Roman"/>
                <a:sym typeface="Times New Roman"/>
              </a:endParaRPr>
            </a:p>
            <a:p>
              <a:pPr indent="0" lvl="0" marL="12700" marR="5080" rtl="0" algn="l">
                <a:lnSpc>
                  <a:spcPct val="115000"/>
                </a:lnSpc>
                <a:spcBef>
                  <a:spcPts val="1055"/>
                </a:spcBef>
                <a:spcAft>
                  <a:spcPts val="0"/>
                </a:spcAft>
                <a:buNone/>
              </a:pPr>
              <a:r>
                <a:rPr lang="en-IN" sz="1800">
                  <a:solidFill>
                    <a:schemeClr val="lt1"/>
                  </a:solidFill>
                  <a:latin typeface="Times New Roman"/>
                  <a:ea typeface="Times New Roman"/>
                  <a:cs typeface="Times New Roman"/>
                  <a:sym typeface="Times New Roman"/>
                </a:rPr>
                <a:t>* Real-time waveform simulation showing dynamic physiological data</a:t>
              </a:r>
              <a:endParaRPr sz="1800">
                <a:solidFill>
                  <a:schemeClr val="lt1"/>
                </a:solidFill>
                <a:latin typeface="Times New Roman"/>
                <a:ea typeface="Times New Roman"/>
                <a:cs typeface="Times New Roman"/>
                <a:sym typeface="Times New Roman"/>
              </a:endParaRPr>
            </a:p>
            <a:p>
              <a:pPr indent="0" lvl="0" marL="12700" marR="5080" rtl="0" algn="l">
                <a:lnSpc>
                  <a:spcPct val="115000"/>
                </a:lnSpc>
                <a:spcBef>
                  <a:spcPts val="1055"/>
                </a:spcBef>
                <a:spcAft>
                  <a:spcPts val="0"/>
                </a:spcAft>
                <a:buNone/>
              </a:pPr>
              <a:r>
                <a:rPr lang="en-IN" sz="1800">
                  <a:solidFill>
                    <a:schemeClr val="lt1"/>
                  </a:solidFill>
                  <a:latin typeface="Times New Roman"/>
                  <a:ea typeface="Times New Roman"/>
                  <a:cs typeface="Times New Roman"/>
                  <a:sym typeface="Times New Roman"/>
                </a:rPr>
                <a:t>* Visualization of patient health status through a dashboard interface</a:t>
              </a:r>
              <a:endParaRPr sz="1800">
                <a:solidFill>
                  <a:schemeClr val="lt1"/>
                </a:solidFill>
                <a:latin typeface="Times New Roman"/>
                <a:ea typeface="Times New Roman"/>
                <a:cs typeface="Times New Roman"/>
                <a:sym typeface="Times New Roman"/>
              </a:endParaRPr>
            </a:p>
            <a:p>
              <a:pPr indent="0" lvl="0" marL="12700" marR="5080" rtl="0" algn="l">
                <a:lnSpc>
                  <a:spcPct val="115000"/>
                </a:lnSpc>
                <a:spcBef>
                  <a:spcPts val="1055"/>
                </a:spcBef>
                <a:spcAft>
                  <a:spcPts val="0"/>
                </a:spcAft>
                <a:buNone/>
              </a:pPr>
              <a:r>
                <a:rPr lang="en-IN" sz="1800">
                  <a:solidFill>
                    <a:schemeClr val="lt1"/>
                  </a:solidFill>
                  <a:latin typeface="Times New Roman"/>
                  <a:ea typeface="Times New Roman"/>
                  <a:cs typeface="Times New Roman"/>
                  <a:sym typeface="Times New Roman"/>
                </a:rPr>
                <a:t>* Reduced latency in detecting critical conditions compared to traditional systems</a:t>
              </a:r>
              <a:endParaRPr sz="1800">
                <a:solidFill>
                  <a:schemeClr val="lt1"/>
                </a:solidFill>
                <a:latin typeface="Times New Roman"/>
                <a:ea typeface="Times New Roman"/>
                <a:cs typeface="Times New Roman"/>
                <a:sym typeface="Times New Roman"/>
              </a:endParaRPr>
            </a:p>
          </p:txBody>
        </p:sp>
        <p:grpSp>
          <p:nvGrpSpPr>
            <p:cNvPr id="151" name="Google Shape;151;p13"/>
            <p:cNvGrpSpPr/>
            <p:nvPr/>
          </p:nvGrpSpPr>
          <p:grpSpPr>
            <a:xfrm>
              <a:off x="263148" y="1665002"/>
              <a:ext cx="5255199" cy="3654716"/>
              <a:chOff x="170535" y="954175"/>
              <a:chExt cx="7610715" cy="3743819"/>
            </a:xfrm>
          </p:grpSpPr>
          <p:sp>
            <p:nvSpPr>
              <p:cNvPr id="152" name="Google Shape;152;p13"/>
              <p:cNvSpPr txBox="1"/>
              <p:nvPr/>
            </p:nvSpPr>
            <p:spPr>
              <a:xfrm>
                <a:off x="170550" y="954175"/>
                <a:ext cx="7610700" cy="2156700"/>
              </a:xfrm>
              <a:prstGeom prst="rect">
                <a:avLst/>
              </a:prstGeom>
              <a:noFill/>
              <a:ln cap="flat" cmpd="sng" w="19050">
                <a:solidFill>
                  <a:schemeClr val="lt1"/>
                </a:solidFill>
                <a:prstDash val="solid"/>
                <a:round/>
                <a:headEnd len="sm" w="sm" type="none"/>
                <a:tailEnd len="sm" w="sm" type="none"/>
              </a:ln>
            </p:spPr>
            <p:txBody>
              <a:bodyPr anchorCtr="0" anchor="t" bIns="0" lIns="0" spcFirstLastPara="1" rIns="0" wrap="square" tIns="15500">
                <a:spAutoFit/>
              </a:bodyPr>
              <a:lstStyle/>
              <a:p>
                <a:pPr indent="0" lvl="0" marL="0" marR="4959" rtl="0" algn="l">
                  <a:lnSpc>
                    <a:spcPct val="115000"/>
                  </a:lnSpc>
                  <a:spcBef>
                    <a:spcPts val="1030"/>
                  </a:spcBef>
                  <a:spcAft>
                    <a:spcPts val="0"/>
                  </a:spcAft>
                  <a:buClr>
                    <a:schemeClr val="dk1"/>
                  </a:buClr>
                  <a:buSzPts val="1074"/>
                  <a:buFont typeface="Arial"/>
                  <a:buNone/>
                </a:pPr>
                <a:r>
                  <a:rPr lang="en-IN" sz="1757">
                    <a:solidFill>
                      <a:schemeClr val="lt1"/>
                    </a:solidFill>
                    <a:latin typeface="Times New Roman"/>
                    <a:ea typeface="Times New Roman"/>
                    <a:cs typeface="Times New Roman"/>
                    <a:sym typeface="Times New Roman"/>
                  </a:rPr>
                  <a:t>* Accurate monitoring of vital parameters such as:</a:t>
                </a:r>
                <a:endParaRPr sz="1757">
                  <a:solidFill>
                    <a:schemeClr val="lt1"/>
                  </a:solidFill>
                  <a:latin typeface="Times New Roman"/>
                  <a:ea typeface="Times New Roman"/>
                  <a:cs typeface="Times New Roman"/>
                  <a:sym typeface="Times New Roman"/>
                </a:endParaRPr>
              </a:p>
              <a:p>
                <a:pPr indent="-340177" lvl="0" marL="457200" marR="4959" rtl="0" algn="l">
                  <a:lnSpc>
                    <a:spcPct val="115000"/>
                  </a:lnSpc>
                  <a:spcBef>
                    <a:spcPts val="1030"/>
                  </a:spcBef>
                  <a:spcAft>
                    <a:spcPts val="0"/>
                  </a:spcAft>
                  <a:buClr>
                    <a:schemeClr val="lt1"/>
                  </a:buClr>
                  <a:buSzPts val="1757"/>
                  <a:buFont typeface="Times New Roman"/>
                  <a:buChar char="●"/>
                </a:pPr>
                <a:r>
                  <a:rPr lang="en-IN" sz="1757">
                    <a:solidFill>
                      <a:schemeClr val="lt1"/>
                    </a:solidFill>
                    <a:latin typeface="Times New Roman"/>
                    <a:ea typeface="Times New Roman"/>
                    <a:cs typeface="Times New Roman"/>
                    <a:sym typeface="Times New Roman"/>
                  </a:rPr>
                  <a:t>Heart Rate</a:t>
                </a:r>
                <a:endParaRPr sz="1757">
                  <a:solidFill>
                    <a:schemeClr val="lt1"/>
                  </a:solidFill>
                  <a:latin typeface="Times New Roman"/>
                  <a:ea typeface="Times New Roman"/>
                  <a:cs typeface="Times New Roman"/>
                  <a:sym typeface="Times New Roman"/>
                </a:endParaRPr>
              </a:p>
              <a:p>
                <a:pPr indent="-340177" lvl="0" marL="457200" marR="4959" rtl="0" algn="l">
                  <a:lnSpc>
                    <a:spcPct val="115000"/>
                  </a:lnSpc>
                  <a:spcBef>
                    <a:spcPts val="0"/>
                  </a:spcBef>
                  <a:spcAft>
                    <a:spcPts val="0"/>
                  </a:spcAft>
                  <a:buClr>
                    <a:schemeClr val="lt1"/>
                  </a:buClr>
                  <a:buSzPts val="1757"/>
                  <a:buFont typeface="Times New Roman"/>
                  <a:buChar char="●"/>
                </a:pPr>
                <a:r>
                  <a:rPr lang="en-IN" sz="1757">
                    <a:solidFill>
                      <a:schemeClr val="lt1"/>
                    </a:solidFill>
                    <a:latin typeface="Times New Roman"/>
                    <a:ea typeface="Times New Roman"/>
                    <a:cs typeface="Times New Roman"/>
                    <a:sym typeface="Times New Roman"/>
                  </a:rPr>
                  <a:t>SpO₂</a:t>
                </a:r>
                <a:endParaRPr sz="1757">
                  <a:solidFill>
                    <a:schemeClr val="lt1"/>
                  </a:solidFill>
                  <a:latin typeface="Times New Roman"/>
                  <a:ea typeface="Times New Roman"/>
                  <a:cs typeface="Times New Roman"/>
                  <a:sym typeface="Times New Roman"/>
                </a:endParaRPr>
              </a:p>
              <a:p>
                <a:pPr indent="-340177" lvl="0" marL="457200" marR="4959" rtl="0" algn="l">
                  <a:lnSpc>
                    <a:spcPct val="115000"/>
                  </a:lnSpc>
                  <a:spcBef>
                    <a:spcPts val="0"/>
                  </a:spcBef>
                  <a:spcAft>
                    <a:spcPts val="0"/>
                  </a:spcAft>
                  <a:buClr>
                    <a:schemeClr val="lt1"/>
                  </a:buClr>
                  <a:buSzPts val="1757"/>
                  <a:buFont typeface="Times New Roman"/>
                  <a:buChar char="●"/>
                </a:pPr>
                <a:r>
                  <a:rPr lang="en-IN" sz="1757">
                    <a:solidFill>
                      <a:schemeClr val="lt1"/>
                    </a:solidFill>
                    <a:latin typeface="Times New Roman"/>
                    <a:ea typeface="Times New Roman"/>
                    <a:cs typeface="Times New Roman"/>
                    <a:sym typeface="Times New Roman"/>
                  </a:rPr>
                  <a:t>Temperature</a:t>
                </a:r>
                <a:endParaRPr sz="1757">
                  <a:solidFill>
                    <a:schemeClr val="lt1"/>
                  </a:solidFill>
                  <a:latin typeface="Times New Roman"/>
                  <a:ea typeface="Times New Roman"/>
                  <a:cs typeface="Times New Roman"/>
                  <a:sym typeface="Times New Roman"/>
                </a:endParaRPr>
              </a:p>
              <a:p>
                <a:pPr indent="-340177" lvl="0" marL="457200" marR="4959" rtl="0" algn="l">
                  <a:lnSpc>
                    <a:spcPct val="115000"/>
                  </a:lnSpc>
                  <a:spcBef>
                    <a:spcPts val="0"/>
                  </a:spcBef>
                  <a:spcAft>
                    <a:spcPts val="0"/>
                  </a:spcAft>
                  <a:buClr>
                    <a:schemeClr val="lt1"/>
                  </a:buClr>
                  <a:buSzPts val="1757"/>
                  <a:buFont typeface="Times New Roman"/>
                  <a:buChar char="●"/>
                </a:pPr>
                <a:r>
                  <a:rPr lang="en-IN" sz="1757">
                    <a:solidFill>
                      <a:schemeClr val="lt1"/>
                    </a:solidFill>
                    <a:latin typeface="Times New Roman"/>
                    <a:ea typeface="Times New Roman"/>
                    <a:cs typeface="Times New Roman"/>
                    <a:sym typeface="Times New Roman"/>
                  </a:rPr>
                  <a:t>Blood Pressure</a:t>
                </a:r>
                <a:endParaRPr sz="1757">
                  <a:solidFill>
                    <a:schemeClr val="lt1"/>
                  </a:solidFill>
                  <a:latin typeface="Times New Roman"/>
                  <a:ea typeface="Times New Roman"/>
                  <a:cs typeface="Times New Roman"/>
                  <a:sym typeface="Times New Roman"/>
                </a:endParaRPr>
              </a:p>
              <a:p>
                <a:pPr indent="0" lvl="0" marL="0" marR="4959" rtl="0" algn="l">
                  <a:lnSpc>
                    <a:spcPct val="115000"/>
                  </a:lnSpc>
                  <a:spcBef>
                    <a:spcPts val="1030"/>
                  </a:spcBef>
                  <a:spcAft>
                    <a:spcPts val="0"/>
                  </a:spcAft>
                  <a:buClr>
                    <a:schemeClr val="dk1"/>
                  </a:buClr>
                  <a:buSzPts val="1074"/>
                  <a:buFont typeface="Arial"/>
                  <a:buNone/>
                </a:pPr>
                <a:r>
                  <a:t/>
                </a:r>
                <a:endParaRPr sz="1757">
                  <a:solidFill>
                    <a:schemeClr val="lt1"/>
                  </a:solidFill>
                  <a:latin typeface="Times New Roman"/>
                  <a:ea typeface="Times New Roman"/>
                  <a:cs typeface="Times New Roman"/>
                  <a:sym typeface="Times New Roman"/>
                </a:endParaRPr>
              </a:p>
            </p:txBody>
          </p:sp>
          <p:sp>
            <p:nvSpPr>
              <p:cNvPr id="153" name="Google Shape;153;p13"/>
              <p:cNvSpPr txBox="1"/>
              <p:nvPr/>
            </p:nvSpPr>
            <p:spPr>
              <a:xfrm>
                <a:off x="170535" y="3145194"/>
                <a:ext cx="7610700" cy="1552800"/>
              </a:xfrm>
              <a:prstGeom prst="rect">
                <a:avLst/>
              </a:prstGeom>
              <a:noFill/>
              <a:ln cap="flat" cmpd="sng" w="19050">
                <a:solidFill>
                  <a:schemeClr val="lt1"/>
                </a:solidFill>
                <a:prstDash val="solid"/>
                <a:round/>
                <a:headEnd len="sm" w="sm" type="none"/>
                <a:tailEnd len="sm" w="sm" type="none"/>
              </a:ln>
            </p:spPr>
            <p:txBody>
              <a:bodyPr anchorCtr="0" anchor="t" bIns="89250" lIns="89250" spcFirstLastPara="1" rIns="89250" wrap="square" tIns="89250">
                <a:spAutoFit/>
              </a:bodyPr>
              <a:lstStyle/>
              <a:p>
                <a:pPr indent="0" lvl="0" marL="12397" marR="4959" rtl="0" algn="l">
                  <a:lnSpc>
                    <a:spcPct val="115000"/>
                  </a:lnSpc>
                  <a:spcBef>
                    <a:spcPts val="1030"/>
                  </a:spcBef>
                  <a:spcAft>
                    <a:spcPts val="0"/>
                  </a:spcAft>
                  <a:buNone/>
                </a:pPr>
                <a:r>
                  <a:rPr lang="en-IN" sz="1757">
                    <a:solidFill>
                      <a:schemeClr val="lt1"/>
                    </a:solidFill>
                    <a:latin typeface="Times New Roman"/>
                    <a:ea typeface="Times New Roman"/>
                    <a:cs typeface="Times New Roman"/>
                    <a:sym typeface="Times New Roman"/>
                  </a:rPr>
                  <a:t>* Successful classification of patient conditions into:</a:t>
                </a:r>
                <a:endParaRPr sz="1757">
                  <a:solidFill>
                    <a:schemeClr val="lt1"/>
                  </a:solidFill>
                  <a:latin typeface="Times New Roman"/>
                  <a:ea typeface="Times New Roman"/>
                  <a:cs typeface="Times New Roman"/>
                  <a:sym typeface="Times New Roman"/>
                </a:endParaRPr>
              </a:p>
              <a:p>
                <a:pPr indent="-340177" lvl="0" marL="457200" marR="4959" rtl="0" algn="l">
                  <a:lnSpc>
                    <a:spcPct val="115000"/>
                  </a:lnSpc>
                  <a:spcBef>
                    <a:spcPts val="1030"/>
                  </a:spcBef>
                  <a:spcAft>
                    <a:spcPts val="0"/>
                  </a:spcAft>
                  <a:buClr>
                    <a:schemeClr val="lt1"/>
                  </a:buClr>
                  <a:buSzPts val="1757"/>
                  <a:buFont typeface="Times New Roman"/>
                  <a:buChar char="●"/>
                </a:pPr>
                <a:r>
                  <a:rPr lang="en-IN" sz="1757">
                    <a:solidFill>
                      <a:schemeClr val="lt1"/>
                    </a:solidFill>
                    <a:latin typeface="Times New Roman"/>
                    <a:ea typeface="Times New Roman"/>
                    <a:cs typeface="Times New Roman"/>
                    <a:sym typeface="Times New Roman"/>
                  </a:rPr>
                  <a:t>Normal</a:t>
                </a:r>
                <a:endParaRPr sz="1757">
                  <a:solidFill>
                    <a:schemeClr val="lt1"/>
                  </a:solidFill>
                  <a:latin typeface="Times New Roman"/>
                  <a:ea typeface="Times New Roman"/>
                  <a:cs typeface="Times New Roman"/>
                  <a:sym typeface="Times New Roman"/>
                </a:endParaRPr>
              </a:p>
              <a:p>
                <a:pPr indent="-340177" lvl="0" marL="457200" marR="4959" rtl="0" algn="l">
                  <a:lnSpc>
                    <a:spcPct val="115000"/>
                  </a:lnSpc>
                  <a:spcBef>
                    <a:spcPts val="0"/>
                  </a:spcBef>
                  <a:spcAft>
                    <a:spcPts val="0"/>
                  </a:spcAft>
                  <a:buClr>
                    <a:schemeClr val="lt1"/>
                  </a:buClr>
                  <a:buSzPts val="1757"/>
                  <a:buFont typeface="Times New Roman"/>
                  <a:buChar char="●"/>
                </a:pPr>
                <a:r>
                  <a:rPr lang="en-IN" sz="1757">
                    <a:solidFill>
                      <a:schemeClr val="lt1"/>
                    </a:solidFill>
                    <a:latin typeface="Times New Roman"/>
                    <a:ea typeface="Times New Roman"/>
                    <a:cs typeface="Times New Roman"/>
                    <a:sym typeface="Times New Roman"/>
                  </a:rPr>
                  <a:t>Warning</a:t>
                </a:r>
                <a:endParaRPr sz="1757">
                  <a:solidFill>
                    <a:schemeClr val="lt1"/>
                  </a:solidFill>
                  <a:latin typeface="Times New Roman"/>
                  <a:ea typeface="Times New Roman"/>
                  <a:cs typeface="Times New Roman"/>
                  <a:sym typeface="Times New Roman"/>
                </a:endParaRPr>
              </a:p>
              <a:p>
                <a:pPr indent="-340177" lvl="0" marL="457200" marR="4959" rtl="0" algn="l">
                  <a:lnSpc>
                    <a:spcPct val="115000"/>
                  </a:lnSpc>
                  <a:spcBef>
                    <a:spcPts val="0"/>
                  </a:spcBef>
                  <a:spcAft>
                    <a:spcPts val="0"/>
                  </a:spcAft>
                  <a:buClr>
                    <a:schemeClr val="lt1"/>
                  </a:buClr>
                  <a:buSzPts val="1757"/>
                  <a:buFont typeface="Times New Roman"/>
                  <a:buChar char="●"/>
                </a:pPr>
                <a:r>
                  <a:rPr lang="en-IN" sz="1757">
                    <a:solidFill>
                      <a:schemeClr val="lt1"/>
                    </a:solidFill>
                    <a:latin typeface="Times New Roman"/>
                    <a:ea typeface="Times New Roman"/>
                    <a:cs typeface="Times New Roman"/>
                    <a:sym typeface="Times New Roman"/>
                  </a:rPr>
                  <a:t>Critical</a:t>
                </a:r>
                <a:endParaRPr sz="1757"/>
              </a:p>
            </p:txBody>
          </p:sp>
        </p:grpSp>
        <p:sp>
          <p:nvSpPr>
            <p:cNvPr id="154" name="Google Shape;154;p13"/>
            <p:cNvSpPr txBox="1"/>
            <p:nvPr/>
          </p:nvSpPr>
          <p:spPr>
            <a:xfrm>
              <a:off x="263150" y="1082038"/>
              <a:ext cx="8494500" cy="4551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12397" marR="4959" rtl="0" algn="l">
                <a:lnSpc>
                  <a:spcPct val="115000"/>
                </a:lnSpc>
                <a:spcBef>
                  <a:spcPts val="1030"/>
                </a:spcBef>
                <a:spcAft>
                  <a:spcPts val="0"/>
                </a:spcAft>
                <a:buNone/>
              </a:pPr>
              <a:r>
                <a:rPr b="1" lang="en-IN" sz="1757">
                  <a:solidFill>
                    <a:schemeClr val="lt1"/>
                  </a:solidFill>
                  <a:latin typeface="Times New Roman"/>
                  <a:ea typeface="Times New Roman"/>
                  <a:cs typeface="Times New Roman"/>
                  <a:sym typeface="Times New Roman"/>
                </a:rPr>
                <a:t>* </a:t>
              </a:r>
              <a:r>
                <a:rPr lang="en-IN" sz="1757">
                  <a:solidFill>
                    <a:schemeClr val="lt1"/>
                  </a:solidFill>
                  <a:latin typeface="Times New Roman"/>
                  <a:ea typeface="Times New Roman"/>
                  <a:cs typeface="Times New Roman"/>
                  <a:sym typeface="Times New Roman"/>
                </a:rPr>
                <a:t>Development of a real-time health monitoring system using FPGA</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985425" y="449406"/>
            <a:ext cx="10356900" cy="677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IN">
                <a:solidFill>
                  <a:srgbClr val="F4CCCC"/>
                </a:solidFill>
                <a:latin typeface="Comic Sans MS"/>
                <a:ea typeface="Comic Sans MS"/>
                <a:cs typeface="Comic Sans MS"/>
                <a:sym typeface="Comic Sans MS"/>
              </a:rPr>
              <a:t>Conclusion:</a:t>
            </a:r>
            <a:endParaRPr>
              <a:solidFill>
                <a:srgbClr val="F4CCCC"/>
              </a:solidFill>
              <a:latin typeface="Comic Sans MS"/>
              <a:ea typeface="Comic Sans MS"/>
              <a:cs typeface="Comic Sans MS"/>
              <a:sym typeface="Comic Sans MS"/>
            </a:endParaRPr>
          </a:p>
        </p:txBody>
      </p:sp>
      <p:sp>
        <p:nvSpPr>
          <p:cNvPr id="160" name="Google Shape;160;p16"/>
          <p:cNvSpPr txBox="1"/>
          <p:nvPr/>
        </p:nvSpPr>
        <p:spPr>
          <a:xfrm>
            <a:off x="1602375" y="1216550"/>
            <a:ext cx="9123000" cy="4556100"/>
          </a:xfrm>
          <a:prstGeom prst="rect">
            <a:avLst/>
          </a:prstGeom>
          <a:noFill/>
          <a:ln cap="flat" cmpd="sng" w="1905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rtl="0" algn="just">
              <a:lnSpc>
                <a:spcPct val="150000"/>
              </a:lnSpc>
              <a:spcBef>
                <a:spcPts val="0"/>
              </a:spcBef>
              <a:spcAft>
                <a:spcPts val="0"/>
              </a:spcAft>
              <a:buNone/>
            </a:pPr>
            <a:r>
              <a:rPr lang="en-IN" sz="2000">
                <a:solidFill>
                  <a:schemeClr val="lt1"/>
                </a:solidFill>
                <a:latin typeface="Times New Roman"/>
                <a:ea typeface="Times New Roman"/>
                <a:cs typeface="Times New Roman"/>
                <a:sym typeface="Times New Roman"/>
              </a:rPr>
              <a:t>This project presents a real-time FPGA-based health monitoring system capable of continuously tracking vital parameters such as heart rate, SpO₂, body temperature, and blood pressure. By utilizing the parallel processing capabilities of FPGA, the system ensures fast and efficient analysis of multiple parameters simultaneously with minimal latency. The implementation successfully classifies patient conditions into normal, warning, and critical states while generating instant alerts for abnormal situations. The simulation results demonstrate the system’s ability to handle dynamic, real-time data effectively. Overall, this project provides a scalable and reliable solution for modern healthcare monitoring, with strong potential for future integration into real-world medical systems.</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2026-03-24T00:42:42Z</dcterms:created>
  <dc:creator>keerthi madatha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2025-03-28T00:00:00Z</vt:filetime>
  </property>
  <property fmtid="{D5CDD505-2E9C-101B-9397-08002B2CF9AE}" pid="3" name="LastSaved">
    <vt:filetime>2026-03-24T00:00:00Z</vt:filetime>
  </property>
</Properties>
</file>